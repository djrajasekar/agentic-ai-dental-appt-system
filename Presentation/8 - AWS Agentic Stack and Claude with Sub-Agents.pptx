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83" r:id="rId2"/>
    <p:sldId id="2595" r:id="rId3"/>
    <p:sldId id="2597" r:id="rId4"/>
    <p:sldId id="2596" r:id="rId5"/>
    <p:sldId id="2598" r:id="rId6"/>
    <p:sldId id="259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gentic AI: Demonstrating Key Capabilities From Fundamentals to Advanced Applications" id="{31B2E537-94AB-4818-AD5B-DE227AF2EC3D}">
          <p14:sldIdLst/>
        </p14:section>
        <p14:section name="Introduction to Agentic AI" id="{C49BADDD-771D-4879-BBAB-04CF36A28BB4}">
          <p14:sldIdLst/>
        </p14:section>
        <p14:section name="Understanding MCP (Modular Control Processes)" id="{AE2D6033-5BD2-4C0C-975F-987B2CB1F08F}">
          <p14:sldIdLst/>
        </p14:section>
        <p14:section name="MCP Versus API Approaches" id="{A0123EFC-571A-440F-A11E-54D923D7FBFD}">
          <p14:sldIdLst/>
        </p14:section>
        <p14:section name="Agentic AI - overview" id="{29DE0590-5D07-406A-ABE8-35541650A8CD}">
          <p14:sldIdLst/>
        </p14:section>
        <p14:section name="AI Agents Powered by Large Language Models (LLM)" id="{6F299B3F-1A45-45D2-8336-272CE18AB5AE}">
          <p14:sldIdLst/>
        </p14:section>
        <p14:section name="Multi-Agent Systems: Collaboration and Coordination" id="{5BE6E1D9-71EE-4E8F-B86F-276D6F0CEAE2}">
          <p14:sldIdLst/>
        </p14:section>
        <p14:section name="Orchestration (LangChain, LangGraph and LangSmith)" id="{A00559E7-9513-45CD-901E-E0C8D21FB229}">
          <p14:sldIdLst/>
        </p14:section>
        <p14:section name="Enhancing AI Agents with Tools and Memory" id="{B7FD3B18-0734-4D3F-ACFD-D69125466A69}">
          <p14:sldIdLst>
            <p14:sldId id="2583"/>
            <p14:sldId id="2595"/>
            <p14:sldId id="2597"/>
            <p14:sldId id="2596"/>
            <p14:sldId id="2598"/>
            <p14:sldId id="2599"/>
          </p14:sldIdLst>
        </p14:section>
        <p14:section name="Market Landscape: LLMs and Benchmark Comparisons" id="{1386D493-01A5-4685-A3C6-3FAE928AA4AD}">
          <p14:sldIdLst/>
        </p14:section>
        <p14:section name="Intro to Open Router / Neo Claw" id="{3472FD70-8FCE-4C09-B7CC-7511F5D13DCE}">
          <p14:sldIdLst/>
        </p14:section>
        <p14:section name="Conclusion: Empowering Intelligent Systems Through Agentic AI" id="{58F6D87E-51B4-4539-BE62-4B3225BC992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940321-933B-40C4-ABA1-79470D4688E8}" v="9" dt="2026-04-08T19:48:26.1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967" autoAdjust="0"/>
    <p:restoredTop sz="95593" autoAdjust="0"/>
  </p:normalViewPr>
  <p:slideViewPr>
    <p:cSldViewPr snapToGrid="0">
      <p:cViewPr varScale="1">
        <p:scale>
          <a:sx n="106" d="100"/>
          <a:sy n="106" d="100"/>
        </p:scale>
        <p:origin x="1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sekarDurvas Jayaraman" userId="dec69a9c-1923-4032-83ec-8757405c18aa" providerId="ADAL" clId="{7ADC62E8-6187-4025-8A4D-3ED53A392072}"/>
    <pc:docChg chg="undo custSel addSld delSld modSld modSection">
      <pc:chgData name="RajasekarDurvas Jayaraman" userId="dec69a9c-1923-4032-83ec-8757405c18aa" providerId="ADAL" clId="{7ADC62E8-6187-4025-8A4D-3ED53A392072}" dt="2026-04-08T19:49:45.871" v="1100" actId="47"/>
      <pc:docMkLst>
        <pc:docMk/>
      </pc:docMkLst>
      <pc:sldChg chg="modSp mod">
        <pc:chgData name="RajasekarDurvas Jayaraman" userId="dec69a9c-1923-4032-83ec-8757405c18aa" providerId="ADAL" clId="{7ADC62E8-6187-4025-8A4D-3ED53A392072}" dt="2026-04-08T14:42:17.736" v="12" actId="27636"/>
        <pc:sldMkLst>
          <pc:docMk/>
          <pc:sldMk cId="641197017" sldId="2583"/>
        </pc:sldMkLst>
        <pc:spChg chg="mod">
          <ac:chgData name="RajasekarDurvas Jayaraman" userId="dec69a9c-1923-4032-83ec-8757405c18aa" providerId="ADAL" clId="{7ADC62E8-6187-4025-8A4D-3ED53A392072}" dt="2026-04-08T14:42:17.736" v="12" actId="27636"/>
          <ac:spMkLst>
            <pc:docMk/>
            <pc:sldMk cId="641197017" sldId="2583"/>
            <ac:spMk id="4" creationId="{945A28E4-CD9E-B597-9A0E-4D5EECFBC9F8}"/>
          </ac:spMkLst>
        </pc:spChg>
      </pc:sldChg>
      <pc:sldChg chg="del">
        <pc:chgData name="RajasekarDurvas Jayaraman" userId="dec69a9c-1923-4032-83ec-8757405c18aa" providerId="ADAL" clId="{7ADC62E8-6187-4025-8A4D-3ED53A392072}" dt="2026-04-08T19:49:45.871" v="1100" actId="47"/>
        <pc:sldMkLst>
          <pc:docMk/>
          <pc:sldMk cId="949893972" sldId="2584"/>
        </pc:sldMkLst>
      </pc:sldChg>
      <pc:sldChg chg="del">
        <pc:chgData name="RajasekarDurvas Jayaraman" userId="dec69a9c-1923-4032-83ec-8757405c18aa" providerId="ADAL" clId="{7ADC62E8-6187-4025-8A4D-3ED53A392072}" dt="2026-04-08T19:49:41.799" v="1098" actId="47"/>
        <pc:sldMkLst>
          <pc:docMk/>
          <pc:sldMk cId="1834216693" sldId="2585"/>
        </pc:sldMkLst>
      </pc:sldChg>
      <pc:sldChg chg="del">
        <pc:chgData name="RajasekarDurvas Jayaraman" userId="dec69a9c-1923-4032-83ec-8757405c18aa" providerId="ADAL" clId="{7ADC62E8-6187-4025-8A4D-3ED53A392072}" dt="2026-04-08T19:49:42.863" v="1099" actId="47"/>
        <pc:sldMkLst>
          <pc:docMk/>
          <pc:sldMk cId="1454041846" sldId="2586"/>
        </pc:sldMkLst>
      </pc:sldChg>
      <pc:sldChg chg="addSp delSp modSp add mod setBg">
        <pc:chgData name="RajasekarDurvas Jayaraman" userId="dec69a9c-1923-4032-83ec-8757405c18aa" providerId="ADAL" clId="{7ADC62E8-6187-4025-8A4D-3ED53A392072}" dt="2026-04-08T19:34:23.886" v="435" actId="478"/>
        <pc:sldMkLst>
          <pc:docMk/>
          <pc:sldMk cId="1959220049" sldId="2595"/>
        </pc:sldMkLst>
        <pc:spChg chg="mod">
          <ac:chgData name="RajasekarDurvas Jayaraman" userId="dec69a9c-1923-4032-83ec-8757405c18aa" providerId="ADAL" clId="{7ADC62E8-6187-4025-8A4D-3ED53A392072}" dt="2026-04-08T19:33:27.190" v="431" actId="313"/>
          <ac:spMkLst>
            <pc:docMk/>
            <pc:sldMk cId="1959220049" sldId="2595"/>
            <ac:spMk id="2" creationId="{175981C3-CBA2-0B21-2EED-525C3B122554}"/>
          </ac:spMkLst>
        </pc:spChg>
        <pc:picChg chg="add del mod">
          <ac:chgData name="RajasekarDurvas Jayaraman" userId="dec69a9c-1923-4032-83ec-8757405c18aa" providerId="ADAL" clId="{7ADC62E8-6187-4025-8A4D-3ED53A392072}" dt="2026-04-08T19:20:15.184" v="18" actId="478"/>
          <ac:picMkLst>
            <pc:docMk/>
            <pc:sldMk cId="1959220049" sldId="2595"/>
            <ac:picMk id="4" creationId="{926DBE2D-F793-C60C-4EE3-F58E864A6895}"/>
          </ac:picMkLst>
        </pc:picChg>
        <pc:picChg chg="add del mod">
          <ac:chgData name="RajasekarDurvas Jayaraman" userId="dec69a9c-1923-4032-83ec-8757405c18aa" providerId="ADAL" clId="{7ADC62E8-6187-4025-8A4D-3ED53A392072}" dt="2026-04-08T19:34:23.886" v="435" actId="478"/>
          <ac:picMkLst>
            <pc:docMk/>
            <pc:sldMk cId="1959220049" sldId="2595"/>
            <ac:picMk id="8" creationId="{10AF2A39-B7D5-02D4-E598-6AB86DB8B30D}"/>
          </ac:picMkLst>
        </pc:picChg>
        <pc:picChg chg="add del">
          <ac:chgData name="RajasekarDurvas Jayaraman" userId="dec69a9c-1923-4032-83ec-8757405c18aa" providerId="ADAL" clId="{7ADC62E8-6187-4025-8A4D-3ED53A392072}" dt="2026-04-08T19:34:22.406" v="434" actId="22"/>
          <ac:picMkLst>
            <pc:docMk/>
            <pc:sldMk cId="1959220049" sldId="2595"/>
            <ac:picMk id="10" creationId="{D0568200-C714-434F-28D7-A8E2F5CD91C1}"/>
          </ac:picMkLst>
        </pc:picChg>
      </pc:sldChg>
      <pc:sldChg chg="addSp delSp modSp add mod">
        <pc:chgData name="RajasekarDurvas Jayaraman" userId="dec69a9c-1923-4032-83ec-8757405c18aa" providerId="ADAL" clId="{7ADC62E8-6187-4025-8A4D-3ED53A392072}" dt="2026-04-08T19:41:35.041" v="960" actId="20577"/>
        <pc:sldMkLst>
          <pc:docMk/>
          <pc:sldMk cId="2996633861" sldId="2596"/>
        </pc:sldMkLst>
        <pc:spChg chg="mod">
          <ac:chgData name="RajasekarDurvas Jayaraman" userId="dec69a9c-1923-4032-83ec-8757405c18aa" providerId="ADAL" clId="{7ADC62E8-6187-4025-8A4D-3ED53A392072}" dt="2026-04-08T19:40:21.660" v="852" actId="313"/>
          <ac:spMkLst>
            <pc:docMk/>
            <pc:sldMk cId="2996633861" sldId="2596"/>
            <ac:spMk id="2" creationId="{88BEC998-3BD0-6F97-9FD8-AF96901E1E7B}"/>
          </ac:spMkLst>
        </pc:spChg>
        <pc:spChg chg="add mod">
          <ac:chgData name="RajasekarDurvas Jayaraman" userId="dec69a9c-1923-4032-83ec-8757405c18aa" providerId="ADAL" clId="{7ADC62E8-6187-4025-8A4D-3ED53A392072}" dt="2026-04-08T19:41:35.041" v="960" actId="20577"/>
          <ac:spMkLst>
            <pc:docMk/>
            <pc:sldMk cId="2996633861" sldId="2596"/>
            <ac:spMk id="9" creationId="{691F09EE-64C0-EE52-83E0-9C081A29326B}"/>
          </ac:spMkLst>
        </pc:spChg>
        <pc:picChg chg="add del">
          <ac:chgData name="RajasekarDurvas Jayaraman" userId="dec69a9c-1923-4032-83ec-8757405c18aa" providerId="ADAL" clId="{7ADC62E8-6187-4025-8A4D-3ED53A392072}" dt="2026-04-08T19:22:34.152" v="51" actId="478"/>
          <ac:picMkLst>
            <pc:docMk/>
            <pc:sldMk cId="2996633861" sldId="2596"/>
            <ac:picMk id="4" creationId="{1A944913-3D70-E784-965D-81B5007B08F0}"/>
          </ac:picMkLst>
        </pc:picChg>
        <pc:picChg chg="add mod">
          <ac:chgData name="RajasekarDurvas Jayaraman" userId="dec69a9c-1923-4032-83ec-8757405c18aa" providerId="ADAL" clId="{7ADC62E8-6187-4025-8A4D-3ED53A392072}" dt="2026-04-08T19:22:50.320" v="57" actId="1076"/>
          <ac:picMkLst>
            <pc:docMk/>
            <pc:sldMk cId="2996633861" sldId="2596"/>
            <ac:picMk id="8" creationId="{9C7F4C3D-3C8D-31B9-7BF4-5C2B7225D7AD}"/>
          </ac:picMkLst>
        </pc:picChg>
      </pc:sldChg>
      <pc:sldChg chg="addSp delSp modSp add mod">
        <pc:chgData name="RajasekarDurvas Jayaraman" userId="dec69a9c-1923-4032-83ec-8757405c18aa" providerId="ADAL" clId="{7ADC62E8-6187-4025-8A4D-3ED53A392072}" dt="2026-04-08T19:31:33.930" v="404" actId="33524"/>
        <pc:sldMkLst>
          <pc:docMk/>
          <pc:sldMk cId="416165060" sldId="2597"/>
        </pc:sldMkLst>
        <pc:spChg chg="mod">
          <ac:chgData name="RajasekarDurvas Jayaraman" userId="dec69a9c-1923-4032-83ec-8757405c18aa" providerId="ADAL" clId="{7ADC62E8-6187-4025-8A4D-3ED53A392072}" dt="2026-04-08T19:27:04.277" v="91" actId="20577"/>
          <ac:spMkLst>
            <pc:docMk/>
            <pc:sldMk cId="416165060" sldId="2597"/>
            <ac:spMk id="2" creationId="{2A76EF5D-14F3-D8D5-726C-38DAABF06061}"/>
          </ac:spMkLst>
        </pc:spChg>
        <pc:spChg chg="add mod">
          <ac:chgData name="RajasekarDurvas Jayaraman" userId="dec69a9c-1923-4032-83ec-8757405c18aa" providerId="ADAL" clId="{7ADC62E8-6187-4025-8A4D-3ED53A392072}" dt="2026-04-08T19:31:33.930" v="404" actId="33524"/>
          <ac:spMkLst>
            <pc:docMk/>
            <pc:sldMk cId="416165060" sldId="2597"/>
            <ac:spMk id="14" creationId="{1CC8FB6A-C632-D7C0-601A-20C5FDDD9C16}"/>
          </ac:spMkLst>
        </pc:spChg>
        <pc:picChg chg="add del">
          <ac:chgData name="RajasekarDurvas Jayaraman" userId="dec69a9c-1923-4032-83ec-8757405c18aa" providerId="ADAL" clId="{7ADC62E8-6187-4025-8A4D-3ED53A392072}" dt="2026-04-08T19:26:34.967" v="61" actId="478"/>
          <ac:picMkLst>
            <pc:docMk/>
            <pc:sldMk cId="416165060" sldId="2597"/>
            <ac:picMk id="4" creationId="{B4003B7C-C95D-2547-DE12-13F139FDD6EF}"/>
          </ac:picMkLst>
        </pc:picChg>
        <pc:picChg chg="del">
          <ac:chgData name="RajasekarDurvas Jayaraman" userId="dec69a9c-1923-4032-83ec-8757405c18aa" providerId="ADAL" clId="{7ADC62E8-6187-4025-8A4D-3ED53A392072}" dt="2026-04-08T19:26:16.218" v="59" actId="478"/>
          <ac:picMkLst>
            <pc:docMk/>
            <pc:sldMk cId="416165060" sldId="2597"/>
            <ac:picMk id="8" creationId="{53374B0F-C75D-7AEF-B254-E69E922A4403}"/>
          </ac:picMkLst>
        </pc:picChg>
        <pc:picChg chg="add del">
          <ac:chgData name="RajasekarDurvas Jayaraman" userId="dec69a9c-1923-4032-83ec-8757405c18aa" providerId="ADAL" clId="{7ADC62E8-6187-4025-8A4D-3ED53A392072}" dt="2026-04-08T19:26:37.510" v="63" actId="22"/>
          <ac:picMkLst>
            <pc:docMk/>
            <pc:sldMk cId="416165060" sldId="2597"/>
            <ac:picMk id="9" creationId="{AA14311A-D52F-AEC9-0BD1-1A3F4372C930}"/>
          </ac:picMkLst>
        </pc:picChg>
        <pc:picChg chg="add mod">
          <ac:chgData name="RajasekarDurvas Jayaraman" userId="dec69a9c-1923-4032-83ec-8757405c18aa" providerId="ADAL" clId="{7ADC62E8-6187-4025-8A4D-3ED53A392072}" dt="2026-04-08T19:27:34.340" v="98" actId="1076"/>
          <ac:picMkLst>
            <pc:docMk/>
            <pc:sldMk cId="416165060" sldId="2597"/>
            <ac:picMk id="11" creationId="{21345F80-4A5D-F71C-E8D4-AE9941E281E4}"/>
          </ac:picMkLst>
        </pc:picChg>
        <pc:picChg chg="add del">
          <ac:chgData name="RajasekarDurvas Jayaraman" userId="dec69a9c-1923-4032-83ec-8757405c18aa" providerId="ADAL" clId="{7ADC62E8-6187-4025-8A4D-3ED53A392072}" dt="2026-04-08T19:27:21.477" v="93" actId="22"/>
          <ac:picMkLst>
            <pc:docMk/>
            <pc:sldMk cId="416165060" sldId="2597"/>
            <ac:picMk id="13" creationId="{5D0AF8F8-F841-4C1D-2C9A-91F070EF6167}"/>
          </ac:picMkLst>
        </pc:picChg>
      </pc:sldChg>
      <pc:sldChg chg="addSp delSp modSp add mod">
        <pc:chgData name="RajasekarDurvas Jayaraman" userId="dec69a9c-1923-4032-83ec-8757405c18aa" providerId="ADAL" clId="{7ADC62E8-6187-4025-8A4D-3ED53A392072}" dt="2026-04-08T19:49:24.083" v="1097" actId="27636"/>
        <pc:sldMkLst>
          <pc:docMk/>
          <pc:sldMk cId="2630768948" sldId="2598"/>
        </pc:sldMkLst>
        <pc:spChg chg="mod">
          <ac:chgData name="RajasekarDurvas Jayaraman" userId="dec69a9c-1923-4032-83ec-8757405c18aa" providerId="ADAL" clId="{7ADC62E8-6187-4025-8A4D-3ED53A392072}" dt="2026-04-08T19:42:45.855" v="973" actId="6549"/>
          <ac:spMkLst>
            <pc:docMk/>
            <pc:sldMk cId="2630768948" sldId="2598"/>
            <ac:spMk id="2" creationId="{326B1768-6E1F-1190-4DFF-7E31820DFBCE}"/>
          </ac:spMkLst>
        </pc:spChg>
        <pc:spChg chg="add mod">
          <ac:chgData name="RajasekarDurvas Jayaraman" userId="dec69a9c-1923-4032-83ec-8757405c18aa" providerId="ADAL" clId="{7ADC62E8-6187-4025-8A4D-3ED53A392072}" dt="2026-04-08T19:49:24.083" v="1097" actId="27636"/>
          <ac:spMkLst>
            <pc:docMk/>
            <pc:sldMk cId="2630768948" sldId="2598"/>
            <ac:spMk id="5" creationId="{B6C38772-D6EC-1D65-7DC3-C5C7B2AF422B}"/>
          </ac:spMkLst>
        </pc:spChg>
        <pc:spChg chg="del mod">
          <ac:chgData name="RajasekarDurvas Jayaraman" userId="dec69a9c-1923-4032-83ec-8757405c18aa" providerId="ADAL" clId="{7ADC62E8-6187-4025-8A4D-3ED53A392072}" dt="2026-04-08T19:45:30.687" v="995" actId="478"/>
          <ac:spMkLst>
            <pc:docMk/>
            <pc:sldMk cId="2630768948" sldId="2598"/>
            <ac:spMk id="9" creationId="{6109D5CA-7070-CE9F-44EE-574EDD2CEAEA}"/>
          </ac:spMkLst>
        </pc:spChg>
        <pc:picChg chg="add mod">
          <ac:chgData name="RajasekarDurvas Jayaraman" userId="dec69a9c-1923-4032-83ec-8757405c18aa" providerId="ADAL" clId="{7ADC62E8-6187-4025-8A4D-3ED53A392072}" dt="2026-04-08T19:43:13.537" v="979" actId="14100"/>
          <ac:picMkLst>
            <pc:docMk/>
            <pc:sldMk cId="2630768948" sldId="2598"/>
            <ac:picMk id="4" creationId="{681744BB-A7D9-6CFC-FA5C-3154E13712DD}"/>
          </ac:picMkLst>
        </pc:picChg>
        <pc:picChg chg="del">
          <ac:chgData name="RajasekarDurvas Jayaraman" userId="dec69a9c-1923-4032-83ec-8757405c18aa" providerId="ADAL" clId="{7ADC62E8-6187-4025-8A4D-3ED53A392072}" dt="2026-04-08T19:42:59.010" v="974" actId="478"/>
          <ac:picMkLst>
            <pc:docMk/>
            <pc:sldMk cId="2630768948" sldId="2598"/>
            <ac:picMk id="8" creationId="{1990A483-D138-0F63-6154-BA0EF9BE4219}"/>
          </ac:picMkLst>
        </pc:picChg>
      </pc:sldChg>
      <pc:sldChg chg="addSp delSp modSp add mod">
        <pc:chgData name="RajasekarDurvas Jayaraman" userId="dec69a9c-1923-4032-83ec-8757405c18aa" providerId="ADAL" clId="{7ADC62E8-6187-4025-8A4D-3ED53A392072}" dt="2026-04-08T19:47:59.658" v="1000" actId="1076"/>
        <pc:sldMkLst>
          <pc:docMk/>
          <pc:sldMk cId="831659616" sldId="2599"/>
        </pc:sldMkLst>
        <pc:spChg chg="mod">
          <ac:chgData name="RajasekarDurvas Jayaraman" userId="dec69a9c-1923-4032-83ec-8757405c18aa" providerId="ADAL" clId="{7ADC62E8-6187-4025-8A4D-3ED53A392072}" dt="2026-04-08T19:44:59.254" v="994" actId="20577"/>
          <ac:spMkLst>
            <pc:docMk/>
            <pc:sldMk cId="831659616" sldId="2599"/>
            <ac:spMk id="2" creationId="{EA944EB3-75DE-AAFB-3EC7-3BEE960AF1CC}"/>
          </ac:spMkLst>
        </pc:spChg>
        <pc:spChg chg="del">
          <ac:chgData name="RajasekarDurvas Jayaraman" userId="dec69a9c-1923-4032-83ec-8757405c18aa" providerId="ADAL" clId="{7ADC62E8-6187-4025-8A4D-3ED53A392072}" dt="2026-04-08T19:47:53.665" v="998" actId="478"/>
          <ac:spMkLst>
            <pc:docMk/>
            <pc:sldMk cId="831659616" sldId="2599"/>
            <ac:spMk id="9" creationId="{889DA0FF-3178-0915-ECE1-924DEAF4007A}"/>
          </ac:spMkLst>
        </pc:spChg>
        <pc:picChg chg="del">
          <ac:chgData name="RajasekarDurvas Jayaraman" userId="dec69a9c-1923-4032-83ec-8757405c18aa" providerId="ADAL" clId="{7ADC62E8-6187-4025-8A4D-3ED53A392072}" dt="2026-04-08T19:47:46.127" v="996" actId="478"/>
          <ac:picMkLst>
            <pc:docMk/>
            <pc:sldMk cId="831659616" sldId="2599"/>
            <ac:picMk id="4" creationId="{7D95B6FC-694B-4963-5D3B-20023531ABBD}"/>
          </ac:picMkLst>
        </pc:picChg>
        <pc:picChg chg="add mod">
          <ac:chgData name="RajasekarDurvas Jayaraman" userId="dec69a9c-1923-4032-83ec-8757405c18aa" providerId="ADAL" clId="{7ADC62E8-6187-4025-8A4D-3ED53A392072}" dt="2026-04-08T19:47:59.658" v="1000" actId="1076"/>
          <ac:picMkLst>
            <pc:docMk/>
            <pc:sldMk cId="831659616" sldId="2599"/>
            <ac:picMk id="5" creationId="{3A4EC333-9040-4FD6-B31B-EAC29AEE4984}"/>
          </ac:picMkLst>
        </pc:picChg>
      </pc:sldChg>
    </pc:docChg>
  </pc:docChgLst>
  <pc:docChgLst>
    <pc:chgData name="RajasekarDurvas Jayaraman" userId="dec69a9c-1923-4032-83ec-8757405c18aa" providerId="ADAL" clId="{F0E09894-DDD4-49D8-AE27-168D9AD70EBF}"/>
    <pc:docChg chg="undo custSel modSld">
      <pc:chgData name="RajasekarDurvas Jayaraman" userId="dec69a9c-1923-4032-83ec-8757405c18aa" providerId="ADAL" clId="{F0E09894-DDD4-49D8-AE27-168D9AD70EBF}" dt="2026-03-26T17:39:50.634" v="11" actId="14100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AF2AAB-C07C-4233-8349-DE2F825C733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09BABD-345A-4117-ACE9-F1DD19C1C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846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Tool Integration: Search, Calculators, APIs, Short-Term and Long-Term Memory in Agents, Examples of Tool-Use and Memory-Enabled 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851F1-7B70-4777-95B7-CF1A07BBAA0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011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43E25-6CE6-CC37-812A-C3B3710D0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0F83E4-B366-6038-514C-1E8334D1ED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D0EE4F-D34E-0769-8A50-89F5969D1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52E34-CE25-1315-FC49-FE579187FA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851F1-7B70-4777-95B7-CF1A07BBAA0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1756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28AAA-6105-5EFC-C6C6-4C7230382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723E19-9209-2B89-DE2F-13CB63F693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427F0A-B62C-62FD-E75B-8C0198151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878B5-7542-344B-2E49-CD5EDD2C6C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851F1-7B70-4777-95B7-CF1A07BBAA0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156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06A05-9C92-7404-1C85-A6F6A49F2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9C0299-DF64-E081-AF20-E10C667767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65363-2C0C-958E-1A17-66382641D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9341B1-1FA9-5B61-54AC-1423F17A4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851F1-7B70-4777-95B7-CF1A07BBAA0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486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E6BD0-A6F3-666B-1EC8-9F7053076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401723-6AA8-C71A-261C-45449D220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57A0D1-369C-BAB6-C04C-8181D6FED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D1F42-D9B6-9DFE-9CCD-B90462AFF8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851F1-7B70-4777-95B7-CF1A07BBAA0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0970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69876-25A6-0D7E-447B-8ADA5826B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1CEA06-ED6D-DE69-9EF8-176762C35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DA7CE0-5EEA-9DD2-4F4D-F88DC524C7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3CC98-E7AD-C50E-F924-77600BD571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851F1-7B70-4777-95B7-CF1A07BBAA0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981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2999" y="5172773"/>
            <a:ext cx="9906001" cy="77082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latin typeface="+mj-lt"/>
                <a:cs typeface="Mongolian Baiti" panose="03000500000000000000" pitchFamily="66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2999" y="4600446"/>
            <a:ext cx="9906001" cy="398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1" y="685800"/>
            <a:ext cx="9906000" cy="3716559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sz="1000"/>
            </a:lvl1pPr>
          </a:lstStyle>
          <a:p>
            <a:endParaRPr lang="en-US" sz="10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z="1000"/>
            </a:lvl1pPr>
          </a:lstStyle>
          <a:p>
            <a:fld id="{2953A48D-8978-4B7F-8BA5-7DDC44F9988C}" type="datetime1">
              <a:rPr lang="en-US" smtClean="0"/>
              <a:t>4/8/2026</a:t>
            </a:fld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z="10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10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2008A96-F52F-AB95-8185-940BB21AA15B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679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905008"/>
            <a:ext cx="9906001" cy="4038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A767-B18A-4D25-AB71-95C362FFA6CA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E99ED41-DFA2-8D2F-7F31-B856DB6B81A4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6198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1" y="2327554"/>
            <a:ext cx="3914086" cy="3656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4817" y="685799"/>
            <a:ext cx="3174160" cy="1458873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spcBef>
                <a:spcPts val="0"/>
              </a:spcBef>
              <a:buNone/>
              <a:defRPr lang="en-US" sz="2000" b="1" i="0" dirty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69104" y="685800"/>
            <a:ext cx="5258080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52400" y="6400800"/>
            <a:ext cx="5943600" cy="45360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058400" y="6400800"/>
            <a:ext cx="990600" cy="453602"/>
          </a:xfrm>
        </p:spPr>
        <p:txBody>
          <a:bodyPr/>
          <a:lstStyle/>
          <a:p>
            <a:fld id="{8529DE94-2476-477B-981E-08C53D89AC9B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049000" y="6400800"/>
            <a:ext cx="990600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14B7BE-0A4F-0031-AC74-6519ACD526D2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7736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8017" y="2015442"/>
            <a:ext cx="4240984" cy="396024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8016" y="685800"/>
            <a:ext cx="3755116" cy="111467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spcBef>
                <a:spcPts val="0"/>
              </a:spcBef>
              <a:buNone/>
              <a:defRPr lang="en-US" sz="2000" b="1" i="0" dirty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43001" y="685800"/>
            <a:ext cx="4952999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1" y="6400800"/>
            <a:ext cx="594359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400800"/>
            <a:ext cx="99060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C51F7A3-E7CB-4889-B172-A123C630DC51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E8BDBFD-5D03-F89B-C880-B0D233D5D482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327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2990" y="2827402"/>
            <a:ext cx="3736010" cy="284556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2988" y="1521399"/>
            <a:ext cx="3729915" cy="112312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spcBef>
                <a:spcPts val="0"/>
              </a:spcBef>
              <a:buNone/>
              <a:defRPr lang="en-US" sz="2000" b="1" dirty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43000" y="685800"/>
            <a:ext cx="5457968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1" y="6400800"/>
            <a:ext cx="594359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D8177C5-BD9A-4D23-83AF-F5B841ADF3F2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6E54C3-5CBC-D17E-9D7C-4FF681AFB45B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3366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097452"/>
            <a:ext cx="9906000" cy="38742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693821"/>
            <a:ext cx="7794754" cy="120069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93D0-2A08-42DB-964D-2E1108D4CB76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E0F3FF5-645F-9896-EB7A-64D903F77542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877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903564"/>
            <a:ext cx="9140954" cy="28367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8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923173"/>
            <a:ext cx="7388353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1" y="6400800"/>
            <a:ext cx="59436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57C23FB3-0824-43FF-8EA1-707169FC13FA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000" y="6400800"/>
            <a:ext cx="990599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D985B18-7603-5E0E-67B4-DFB03DB2AA5C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7188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94490"/>
            <a:ext cx="8229600" cy="2379013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2" y="3962400"/>
            <a:ext cx="7588155" cy="1029310"/>
          </a:xfrm>
        </p:spPr>
        <p:txBody>
          <a:bodyPr>
            <a:normAutofit/>
          </a:bodyPr>
          <a:lstStyle>
            <a:lvl1pPr marL="0" indent="0" algn="ctr">
              <a:buNone/>
              <a:defRPr sz="2000" b="1" i="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D26C4EF4-1425-499B-9B0A-3303E07CFD10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D01BC5C-C61F-D922-112D-C75F31142522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940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685801"/>
            <a:ext cx="7896860" cy="52578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400800"/>
            <a:ext cx="594360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400800"/>
            <a:ext cx="99060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9FD4B53-E1EA-4DC9-BEB9-493B5BDE9305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000" y="6400800"/>
            <a:ext cx="99060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11AFC6-EF52-5259-7C78-95BA7A9EDD6E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2375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685801"/>
            <a:ext cx="7896860" cy="52578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400800"/>
            <a:ext cx="594360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400800"/>
            <a:ext cx="99060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D7CA4D-0419-44B1-A572-E2F0F89C5403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000" y="6400800"/>
            <a:ext cx="990600" cy="4572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11AFC6-EF52-5259-7C78-95BA7A9EDD6E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410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685801"/>
            <a:ext cx="7896860" cy="525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7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400800"/>
            <a:ext cx="594360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400800"/>
            <a:ext cx="99060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86A8F3-65F3-4EB9-869C-76CEE4BDD77C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000" y="6400800"/>
            <a:ext cx="990600" cy="4572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11AFC6-EF52-5259-7C78-95BA7A9EDD6E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1992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85800"/>
            <a:ext cx="4343400" cy="52578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685801"/>
            <a:ext cx="4953000" cy="5257800"/>
          </a:xfrm>
        </p:spPr>
        <p:txBody>
          <a:bodyPr anchor="ctr">
            <a:normAutofit/>
          </a:bodyPr>
          <a:lstStyle>
            <a:lvl1pPr marL="457200" indent="-457200">
              <a:buClr>
                <a:schemeClr val="accent1"/>
              </a:buClr>
              <a:buFont typeface="+mj-lt"/>
              <a:buAutoNum type="arabicPeriod"/>
              <a:defRPr sz="1800"/>
            </a:lvl1pPr>
            <a:lvl2pPr marL="685800" indent="-457200">
              <a:buClr>
                <a:schemeClr val="accent1"/>
              </a:buClr>
              <a:buFont typeface="+mj-lt"/>
              <a:buAutoNum type="arabicPeriod"/>
              <a:defRPr sz="1800"/>
            </a:lvl2pPr>
            <a:lvl3pPr marL="800100" indent="-342900">
              <a:buClr>
                <a:schemeClr val="accent1"/>
              </a:buClr>
              <a:buFont typeface="+mj-lt"/>
              <a:buAutoNum type="arabicPeriod"/>
              <a:defRPr sz="1800"/>
            </a:lvl3pPr>
            <a:lvl4pPr marL="1028700" indent="-342900">
              <a:buClr>
                <a:schemeClr val="accent1"/>
              </a:buClr>
              <a:buFont typeface="+mj-lt"/>
              <a:buAutoNum type="arabicPeriod"/>
              <a:defRPr sz="1800"/>
            </a:lvl4pPr>
            <a:lvl5pPr marL="1257300" indent="-342900">
              <a:buClr>
                <a:schemeClr val="accent1"/>
              </a:buClr>
              <a:buFont typeface="+mj-lt"/>
              <a:buAutoNum type="arabicPeriod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8B41A39F-C131-47B8-AEC1-526A80C18BBA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EAC3E4-34A4-BAF1-4CEC-F3578B7F2602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174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2492" y="685800"/>
            <a:ext cx="5916508" cy="17053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43000" y="685800"/>
            <a:ext cx="3277475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32493" y="2574043"/>
            <a:ext cx="5916507" cy="3369557"/>
          </a:xfrm>
        </p:spPr>
        <p:txBody>
          <a:bodyPr>
            <a:normAutofit/>
          </a:bodyPr>
          <a:lstStyle>
            <a:lvl1pPr marL="457200" indent="-457200">
              <a:buClr>
                <a:schemeClr val="accent1"/>
              </a:buClr>
              <a:buFont typeface="+mj-lt"/>
              <a:buAutoNum type="arabicPeriod"/>
              <a:defRPr sz="1800"/>
            </a:lvl1pPr>
            <a:lvl2pPr marL="571500" indent="-342900">
              <a:buClr>
                <a:schemeClr val="accent1"/>
              </a:buClr>
              <a:buFont typeface="+mj-lt"/>
              <a:buAutoNum type="arabicPeriod"/>
              <a:defRPr sz="1800"/>
            </a:lvl2pPr>
            <a:lvl3pPr marL="800100" indent="-342900">
              <a:buClr>
                <a:schemeClr val="accent1"/>
              </a:buClr>
              <a:buFont typeface="+mj-lt"/>
              <a:buAutoNum type="arabicPeriod"/>
              <a:defRPr sz="1800"/>
            </a:lvl3pPr>
            <a:lvl4pPr marL="1028700" indent="-342900">
              <a:buClr>
                <a:schemeClr val="accent1"/>
              </a:buClr>
              <a:buFont typeface="+mj-lt"/>
              <a:buAutoNum type="arabicPeriod"/>
              <a:defRPr sz="1800"/>
            </a:lvl4pPr>
            <a:lvl5pPr>
              <a:buClr>
                <a:schemeClr val="accent1"/>
              </a:buClr>
              <a:buFont typeface="+mj-lt"/>
              <a:buAutoNum type="arabicPeriod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400800"/>
            <a:ext cx="59436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400800"/>
            <a:ext cx="990600" cy="457200"/>
          </a:xfrm>
        </p:spPr>
        <p:txBody>
          <a:bodyPr/>
          <a:lstStyle/>
          <a:p>
            <a:fld id="{A877CDC7-E2DA-405F-BDB4-4ED43CAA16E6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000" y="6400800"/>
            <a:ext cx="990600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522FD4-D873-5880-85CA-819074029061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4885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095FE81-352A-04EE-D805-C0A4E2382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438397"/>
            <a:ext cx="6623435" cy="115642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25ECE14C-6B0B-4298-B34D-766A34529CDF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8EE849E-3DB2-6D09-829E-63D97DAF47AC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53380E56-1E9F-BBE4-3737-14FD20DDE33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43000" y="3777702"/>
            <a:ext cx="4659735" cy="1632498"/>
          </a:xfrm>
        </p:spPr>
        <p:txBody>
          <a:bodyPr/>
          <a:lstStyle>
            <a:lvl1pPr>
              <a:spcBef>
                <a:spcPts val="0"/>
              </a:spcBef>
              <a:buNone/>
              <a:defRPr/>
            </a:lvl1pPr>
            <a:lvl2pPr>
              <a:spcBef>
                <a:spcPts val="0"/>
              </a:spcBef>
              <a:buNone/>
              <a:defRPr/>
            </a:lvl2pPr>
            <a:lvl3pPr>
              <a:spcBef>
                <a:spcPts val="0"/>
              </a:spcBef>
              <a:buNone/>
              <a:defRPr/>
            </a:lvl3pPr>
            <a:lvl4pPr>
              <a:spcBef>
                <a:spcPts val="0"/>
              </a:spcBef>
              <a:buNone/>
              <a:defRPr/>
            </a:lvl4pPr>
            <a:lvl5pPr>
              <a:spcBef>
                <a:spcPts val="0"/>
              </a:spcBef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30125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85800"/>
            <a:ext cx="3506558" cy="345689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02777" y="685800"/>
            <a:ext cx="4956175" cy="3461212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D76CF820-C7DB-421D-8FD6-C430A9B1C2AC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F077C1-74FA-7247-9C7C-6A14D1FE584B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3419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471" y="2102780"/>
            <a:ext cx="3923455" cy="384081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97941" y="685800"/>
            <a:ext cx="5251059" cy="5257800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F0E63EA5-332D-4604-BD2D-34B00B234EDE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0DACAA-0808-2D60-12F2-52C968353E1D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50363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702859"/>
            <a:ext cx="3048000" cy="521933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28417" y="724270"/>
            <a:ext cx="6120583" cy="5219330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05145CA3-1D95-48B1-8239-73BFDAEAE6AF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03579D9-BC9D-2B0D-42FA-B8F3791ECB88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52506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707549"/>
            <a:ext cx="2590800" cy="523605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817" y="708184"/>
            <a:ext cx="6603184" cy="5235416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1B80F9BF-B0F8-4A9E-9210-E35AD48EB15E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92C2954-C801-2F12-6B41-2D0F2CDE9027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42292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1931" y="719137"/>
            <a:ext cx="2717068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0" y="685800"/>
            <a:ext cx="6476915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6957" y="2793033"/>
            <a:ext cx="2717068" cy="283304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spcBef>
                <a:spcPts val="0"/>
              </a:spcBef>
              <a:buNone/>
              <a:defRPr lang="en-US" dirty="0"/>
            </a:lvl1pPr>
            <a:lvl2pPr marL="228600" indent="0">
              <a:spcBef>
                <a:spcPts val="0"/>
              </a:spcBef>
              <a:buNone/>
              <a:defRPr lang="en-US" dirty="0"/>
            </a:lvl2pPr>
            <a:lvl3pPr marL="457200" indent="0">
              <a:spcBef>
                <a:spcPts val="0"/>
              </a:spcBef>
              <a:buNone/>
              <a:defRPr lang="en-US" dirty="0"/>
            </a:lvl3pPr>
            <a:lvl4pPr marL="685800" indent="0">
              <a:spcBef>
                <a:spcPts val="0"/>
              </a:spcBef>
              <a:buNone/>
              <a:defRPr lang="en-US" dirty="0"/>
            </a:lvl4pPr>
            <a:lvl5pPr marL="914400" indent="0">
              <a:spcBef>
                <a:spcPts val="0"/>
              </a:spcBef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1" y="6400800"/>
            <a:ext cx="59436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48450" y="6400800"/>
            <a:ext cx="99557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030F05D-1D3B-4C2E-9FFA-DE29ED956270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4025" y="6400800"/>
            <a:ext cx="995575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1AC5C24-4394-5215-8F84-119942C28BC5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72314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85801"/>
            <a:ext cx="2717067" cy="1892277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B3FABB3D-30D3-4F01-12AE-0D719370027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143000" y="2793033"/>
            <a:ext cx="2717068" cy="283304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spcBef>
                <a:spcPts val="0"/>
              </a:spcBef>
              <a:buNone/>
              <a:defRPr lang="en-US" dirty="0"/>
            </a:lvl1pPr>
            <a:lvl2pPr marL="228600" indent="0">
              <a:spcBef>
                <a:spcPts val="0"/>
              </a:spcBef>
              <a:buNone/>
              <a:defRPr lang="en-US" dirty="0"/>
            </a:lvl2pPr>
            <a:lvl3pPr marL="457200" indent="0">
              <a:spcBef>
                <a:spcPts val="0"/>
              </a:spcBef>
              <a:buNone/>
              <a:defRPr lang="en-US" dirty="0"/>
            </a:lvl3pPr>
            <a:lvl4pPr marL="685800" indent="0">
              <a:spcBef>
                <a:spcPts val="0"/>
              </a:spcBef>
              <a:buNone/>
              <a:defRPr lang="en-US" dirty="0"/>
            </a:lvl4pPr>
            <a:lvl5pPr marL="914400" indent="0">
              <a:spcBef>
                <a:spcPts val="0"/>
              </a:spcBef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DF247FF5-7041-6BAC-2B24-D38B5823FDD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85" y="685800"/>
            <a:ext cx="6476915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400800"/>
            <a:ext cx="59436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399" y="6400800"/>
            <a:ext cx="99060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B2FE6D2-B81D-4429-A41B-DCED2913EA16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000" y="6400800"/>
            <a:ext cx="990600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22B7EA7-2EEF-FFC6-041D-2A5C43637244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4788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762" y="4495800"/>
            <a:ext cx="3209368" cy="14478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0" y="685799"/>
            <a:ext cx="9901238" cy="3595045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87" y="4495800"/>
            <a:ext cx="6476914" cy="14305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spcBef>
                <a:spcPts val="0"/>
              </a:spcBef>
              <a:buNone/>
              <a:defRPr lang="en-US" dirty="0"/>
            </a:lvl1pPr>
            <a:lvl2pPr marL="228600" indent="0">
              <a:spcBef>
                <a:spcPts val="0"/>
              </a:spcBef>
              <a:buNone/>
              <a:defRPr lang="en-US" dirty="0"/>
            </a:lvl2pPr>
            <a:lvl3pPr marL="457200" indent="0">
              <a:spcBef>
                <a:spcPts val="0"/>
              </a:spcBef>
              <a:buNone/>
              <a:defRPr lang="en-US" dirty="0"/>
            </a:lvl3pPr>
            <a:lvl4pPr marL="685800" indent="0">
              <a:spcBef>
                <a:spcPts val="0"/>
              </a:spcBef>
              <a:buNone/>
              <a:defRPr lang="en-US" dirty="0"/>
            </a:lvl4pPr>
            <a:lvl5pPr marL="914400" indent="0">
              <a:spcBef>
                <a:spcPts val="0"/>
              </a:spcBef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2A986E4C-26E7-40BC-8DDD-DE3A2F7C8B9D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9A47364-66B2-3B4D-6600-100245734C9A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569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7489" y="685799"/>
            <a:ext cx="3620525" cy="92754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0" y="685800"/>
            <a:ext cx="5562600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17617" y="1828299"/>
            <a:ext cx="3620524" cy="4115301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2401" y="6400800"/>
            <a:ext cx="594359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36428" y="6400800"/>
            <a:ext cx="1001586" cy="457200"/>
          </a:xfrm>
        </p:spPr>
        <p:txBody>
          <a:bodyPr/>
          <a:lstStyle/>
          <a:p>
            <a:fld id="{F14D5DAB-1E00-43FC-9445-DAAD2ACAC73A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38014" y="6400800"/>
            <a:ext cx="1001586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A7BBF56-9F54-91F7-8B07-3836137799C1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2161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685800"/>
            <a:ext cx="3620524" cy="92754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A46DECC9-7986-BB68-7725-C840C27A8E9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43000" y="1828299"/>
            <a:ext cx="3620524" cy="4115301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7AACE2C-717B-D303-9874-EEBCB1CCD9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86400" y="685800"/>
            <a:ext cx="5562600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2400" y="6400800"/>
            <a:ext cx="594359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1" y="6400800"/>
            <a:ext cx="990598" cy="457200"/>
          </a:xfrm>
        </p:spPr>
        <p:txBody>
          <a:bodyPr/>
          <a:lstStyle/>
          <a:p>
            <a:fld id="{4989F924-B50F-4860-B10F-D52036B96E39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49000" y="6400800"/>
            <a:ext cx="990598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1B0D76A-CF8F-ABF7-FD42-BC815738E318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985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1" y="685800"/>
            <a:ext cx="4546423" cy="9144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373F0A7D-AD36-9BC0-CF3C-1985F174509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3336" y="685800"/>
            <a:ext cx="4637225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92241" y="1828300"/>
            <a:ext cx="4556759" cy="41153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1" y="6404316"/>
            <a:ext cx="5943600" cy="45368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404316"/>
            <a:ext cx="990600" cy="45368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D02379D-477C-47F0-9322-3E7981CF2222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000" y="6404316"/>
            <a:ext cx="990600" cy="45368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20D0403-0661-B304-FC30-17B8CEC938C8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30307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740" y="685800"/>
            <a:ext cx="4513154" cy="9144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08C86B72-855F-890D-47EC-5A46EA634C5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64740" y="1828300"/>
            <a:ext cx="4513154" cy="41153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CBB37A90-5561-8836-19D2-B4DFB635D8F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89910" y="685800"/>
            <a:ext cx="4637225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1" y="6400800"/>
            <a:ext cx="5943599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36535" y="6400800"/>
            <a:ext cx="990600" cy="457200"/>
          </a:xfrm>
        </p:spPr>
        <p:txBody>
          <a:bodyPr/>
          <a:lstStyle/>
          <a:p>
            <a:fld id="{30FBF84D-747E-4A2D-B74C-0D1ADB9D978A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000" y="6400800"/>
            <a:ext cx="990599" cy="457200"/>
          </a:xfrm>
        </p:spPr>
        <p:txBody>
          <a:bodyPr/>
          <a:lstStyle>
            <a:lvl1pPr>
              <a:defRPr>
                <a:solidFill>
                  <a:schemeClr val="accent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0804DAD-5BC0-9FC5-EC18-CDBE0EE36A98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2520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3662043"/>
            <a:ext cx="2667001" cy="2281557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2999" y="685800"/>
            <a:ext cx="9906001" cy="2757531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4956" y="3662043"/>
            <a:ext cx="7024044" cy="228155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412F17FE-50B5-4F97-A5FE-D47BC058140D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1B40F4D-4FD2-324C-CFF2-ADA23A35CFBC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8915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707477"/>
            <a:ext cx="2743106" cy="233045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01063" y="707476"/>
            <a:ext cx="6947938" cy="268582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2999" y="3607498"/>
            <a:ext cx="9906001" cy="2330455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400800"/>
            <a:ext cx="59436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600" cy="457200"/>
          </a:xfrm>
        </p:spPr>
        <p:txBody>
          <a:bodyPr/>
          <a:lstStyle/>
          <a:p>
            <a:fld id="{398629FA-33AC-4B91-9F50-6A34C73DB4A5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000" y="6400800"/>
            <a:ext cx="990599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6F4162-8B6A-031F-A186-63503EB5CF2B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26544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685801"/>
            <a:ext cx="2667001" cy="52578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24956" y="685800"/>
            <a:ext cx="7024044" cy="2757531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4956" y="3662043"/>
            <a:ext cx="7024044" cy="228155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4C54EB15-C6E9-4FB2-A00E-83F3272DC203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12BAF7E-DB4B-FC77-1D4B-2907E790CFE1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1064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4553" y="702859"/>
            <a:ext cx="5744447" cy="90986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0" y="702859"/>
            <a:ext cx="3417453" cy="5240741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5739" y="1828299"/>
            <a:ext cx="5737784" cy="4115301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2401" y="6400800"/>
            <a:ext cx="59436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2921" y="6400800"/>
            <a:ext cx="990601" cy="457200"/>
          </a:xfrm>
        </p:spPr>
        <p:txBody>
          <a:bodyPr/>
          <a:lstStyle/>
          <a:p>
            <a:fld id="{F35C560A-6694-4C54-932B-EBD007D80457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49000" y="6400800"/>
            <a:ext cx="990600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234F062-E526-E361-D4BD-72E769199F9A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72212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702859"/>
            <a:ext cx="5744448" cy="89486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43000" y="1843924"/>
            <a:ext cx="5744447" cy="4099676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D5B6C620-74FA-0279-5BC5-97091F2D26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7" y="702859"/>
            <a:ext cx="3417453" cy="5240741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2400" y="6400800"/>
            <a:ext cx="59436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399" y="6400800"/>
            <a:ext cx="990600" cy="457200"/>
          </a:xfrm>
        </p:spPr>
        <p:txBody>
          <a:bodyPr/>
          <a:lstStyle/>
          <a:p>
            <a:fld id="{101DF975-D0C4-475F-9F7C-B84D5C6D229B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49000" y="6400800"/>
            <a:ext cx="990600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CD60DA1-4793-4BB1-35F1-0A144685020B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62372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685799"/>
            <a:ext cx="9905999" cy="94845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936" y="1849212"/>
            <a:ext cx="4569056" cy="4094387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52008" y="1849212"/>
            <a:ext cx="4596992" cy="4094388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2401" y="6400800"/>
            <a:ext cx="594359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FD9AFD03-FE9C-40DF-B862-03968B25C24F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49000" y="6400800"/>
            <a:ext cx="990599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177AF9D-3C1B-C06E-8ED0-0E93CB299E0C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49971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85800"/>
            <a:ext cx="9906000" cy="9484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43000" y="1849213"/>
            <a:ext cx="3886200" cy="4094387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194B-746E-D0FD-A7D1-71D10560B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1216" y="1849213"/>
            <a:ext cx="5307785" cy="4094387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2400" y="6400800"/>
            <a:ext cx="59436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2FD384AD-C61A-48D6-93CC-8F2E0CDBE1F5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49000" y="6400800"/>
            <a:ext cx="990599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068E299-4F76-11A9-0401-93911962B31C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6589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85800"/>
            <a:ext cx="9906000" cy="94183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0" y="1855838"/>
            <a:ext cx="4678055" cy="4087762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69855" y="1855839"/>
            <a:ext cx="4479145" cy="4087762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flipH="1">
            <a:off x="152400" y="6400800"/>
            <a:ext cx="59436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0" y="6400800"/>
            <a:ext cx="990600" cy="457200"/>
          </a:xfrm>
        </p:spPr>
        <p:txBody>
          <a:bodyPr/>
          <a:lstStyle/>
          <a:p>
            <a:fld id="{614BD192-03A5-4A45-AA3A-3048777F9DA1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49000" y="6400800"/>
            <a:ext cx="990600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95B70AA-3B93-7622-1DFB-94A2304AD14A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5060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685801"/>
            <a:ext cx="6416832" cy="9144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0" y="685800"/>
            <a:ext cx="2777152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828299"/>
            <a:ext cx="6416832" cy="4115300"/>
          </a:xfrm>
        </p:spPr>
        <p:txBody>
          <a:bodyPr/>
          <a:lstStyle>
            <a:lvl1pPr>
              <a:spcBef>
                <a:spcPts val="400"/>
              </a:spcBef>
              <a:defRPr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2400" y="6400800"/>
            <a:ext cx="59436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0" y="6400800"/>
            <a:ext cx="990600" cy="457200"/>
          </a:xfrm>
        </p:spPr>
        <p:txBody>
          <a:bodyPr/>
          <a:lstStyle/>
          <a:p>
            <a:fld id="{688BF943-8E28-4DFB-B0DE-F00AF9279F8D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49000" y="6400800"/>
            <a:ext cx="990600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239A83E-B0F1-03F6-74AC-D67E31FB9868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840415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94998"/>
            <a:ext cx="6407304" cy="9144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42999" y="1828299"/>
            <a:ext cx="6407305" cy="41153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A0F08A51-DDF0-F904-C832-37321BA8D0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71848" y="685800"/>
            <a:ext cx="2777152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2400" y="6400800"/>
            <a:ext cx="594359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0" y="6400800"/>
            <a:ext cx="990600" cy="457200"/>
          </a:xfrm>
        </p:spPr>
        <p:txBody>
          <a:bodyPr/>
          <a:lstStyle/>
          <a:p>
            <a:fld id="{14FE1444-BD57-4488-BC66-780B65504E47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49000" y="6400800"/>
            <a:ext cx="990600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500A44A-2759-A2C2-08DC-0AAFC6B55096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1768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720467"/>
            <a:ext cx="3517146" cy="1628481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1" y="2563904"/>
            <a:ext cx="3517146" cy="3379695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72162" y="685801"/>
            <a:ext cx="5676838" cy="5257800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2C7D6AC0-AFBC-4BF8-914C-3A003B9A62FD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EC98E67-C3DE-1B21-ADC4-8C5E2F6367F0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31578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129" y="709098"/>
            <a:ext cx="2491239" cy="16398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72128" y="2563905"/>
            <a:ext cx="2491239" cy="3379695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75384" y="685800"/>
            <a:ext cx="6673616" cy="5257800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400800"/>
            <a:ext cx="990599" cy="457200"/>
          </a:xfrm>
        </p:spPr>
        <p:txBody>
          <a:bodyPr/>
          <a:lstStyle/>
          <a:p>
            <a:fld id="{2DA2328B-B1E6-45A4-86CF-8A83B4DA9E96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70BF570-92F5-4B04-EE32-8093EAC2D175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308374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243865"/>
            <a:ext cx="9906000" cy="709673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6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43000" y="685801"/>
            <a:ext cx="9906000" cy="4329860"/>
          </a:xfrm>
        </p:spPr>
        <p:txBody>
          <a:bodyPr anchor="t">
            <a:normAutofit/>
          </a:bodyPr>
          <a:lstStyle>
            <a:lvl1pPr marL="0" indent="0" algn="ctr">
              <a:lnSpc>
                <a:spcPct val="90000"/>
              </a:lnSpc>
              <a:buNone/>
              <a:defRPr sz="25000" b="0">
                <a:solidFill>
                  <a:schemeClr val="bg1"/>
                </a:solidFill>
                <a:latin typeface="+mj-lt"/>
                <a:cs typeface="Mongolian Baiti" panose="03000500000000000000" pitchFamily="66" charset="0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38E9D8-4FC1-4DAE-99E4-835FCD288395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FA7AB40-CE07-6773-F477-107BB694C7B9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09142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0">
            <a:extLst>
              <a:ext uri="{FF2B5EF4-FFF2-40B4-BE49-F238E27FC236}">
                <a16:creationId xmlns:a16="http://schemas.microsoft.com/office/drawing/2014/main" id="{3CD651BA-50FB-2DF6-3F6E-69C4FCD7B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4609809"/>
            <a:ext cx="4953001" cy="1343730"/>
          </a:xfrm>
        </p:spPr>
        <p:txBody>
          <a:bodyPr anchor="b"/>
          <a:lstStyle>
            <a:lvl1pPr>
              <a:lnSpc>
                <a:spcPct val="110000"/>
              </a:lnSpc>
              <a:defRPr sz="2600"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FCA4E528-A76C-88B7-F866-78D030A514D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43000" y="685801"/>
            <a:ext cx="9906000" cy="3276600"/>
          </a:xfrm>
        </p:spPr>
        <p:txBody>
          <a:bodyPr anchor="b"/>
          <a:lstStyle>
            <a:lvl1pPr>
              <a:lnSpc>
                <a:spcPct val="90000"/>
              </a:lnSpc>
              <a:buNone/>
              <a:defRPr sz="27000">
                <a:solidFill>
                  <a:schemeClr val="tx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BAEB1E-5971-4FE0-8556-E58B94C51D44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EA5BF1-23C2-0F30-7510-43650AEC4DE0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69638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0">
            <a:extLst>
              <a:ext uri="{FF2B5EF4-FFF2-40B4-BE49-F238E27FC236}">
                <a16:creationId xmlns:a16="http://schemas.microsoft.com/office/drawing/2014/main" id="{C3DADE7F-E67E-CAEA-8072-B9514E6E1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399" y="685800"/>
            <a:ext cx="2895601" cy="5267739"/>
          </a:xfrm>
        </p:spPr>
        <p:txBody>
          <a:bodyPr anchor="ctr"/>
          <a:lstStyle>
            <a:lvl1pPr>
              <a:lnSpc>
                <a:spcPct val="110000"/>
              </a:lnSpc>
              <a:defRPr sz="2600"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64D4B29D-DD33-F8A0-6077-D56DBC08D2D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43000" y="685800"/>
            <a:ext cx="6781800" cy="4191001"/>
          </a:xfrm>
        </p:spPr>
        <p:txBody>
          <a:bodyPr anchor="b"/>
          <a:lstStyle>
            <a:lvl1pPr>
              <a:lnSpc>
                <a:spcPct val="90000"/>
              </a:lnSpc>
              <a:buNone/>
              <a:defRPr sz="20000">
                <a:solidFill>
                  <a:schemeClr val="accent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39DFF5D4-4547-4361-B250-BFE60A41E1A4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002FC57-F63B-DF9D-9ACC-AC4696C03769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56251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4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1D15B53-A6D4-5307-3354-15A2A777AAD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43000" y="715425"/>
            <a:ext cx="9906000" cy="4217987"/>
          </a:xfrm>
        </p:spPr>
        <p:txBody>
          <a:bodyPr/>
          <a:lstStyle>
            <a:lvl1pPr>
              <a:lnSpc>
                <a:spcPct val="90000"/>
              </a:lnSpc>
              <a:buNone/>
              <a:defRPr sz="27000">
                <a:solidFill>
                  <a:schemeClr val="bg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400800"/>
            <a:ext cx="99060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99B2AA-EA1F-4808-8C25-C8FD26324E26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D6B5B7-21A5-3BED-394A-5383E64E7DF5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0">
            <a:extLst>
              <a:ext uri="{FF2B5EF4-FFF2-40B4-BE49-F238E27FC236}">
                <a16:creationId xmlns:a16="http://schemas.microsoft.com/office/drawing/2014/main" id="{53B1AF28-7C69-5D76-E7F7-FF9768CC3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166360"/>
            <a:ext cx="8759952" cy="786384"/>
          </a:xfrm>
        </p:spPr>
        <p:txBody>
          <a:bodyPr/>
          <a:lstStyle>
            <a:lvl1pPr>
              <a:lnSpc>
                <a:spcPct val="110000"/>
              </a:lnSpc>
              <a:defRPr sz="2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62130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43000" y="685800"/>
            <a:ext cx="9906000" cy="52578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5400" b="0">
                <a:solidFill>
                  <a:schemeClr val="bg1"/>
                </a:solidFill>
                <a:latin typeface="+mj-lt"/>
                <a:cs typeface="Mongolian Baiti" panose="03000500000000000000" pitchFamily="66" charset="0"/>
              </a:defRPr>
            </a:lvl1pPr>
            <a:lvl2pPr marL="228600" indent="0">
              <a:lnSpc>
                <a:spcPct val="90000"/>
              </a:lnSpc>
              <a:buNone/>
              <a:defRPr sz="5400" b="0">
                <a:solidFill>
                  <a:schemeClr val="bg1"/>
                </a:solidFill>
                <a:latin typeface="+mj-lt"/>
                <a:cs typeface="Mongolian Baiti" panose="03000500000000000000" pitchFamily="66" charset="0"/>
              </a:defRPr>
            </a:lvl2pPr>
            <a:lvl3pPr marL="457200" indent="0">
              <a:lnSpc>
                <a:spcPct val="90000"/>
              </a:lnSpc>
              <a:buNone/>
              <a:defRPr sz="5400" b="0">
                <a:solidFill>
                  <a:schemeClr val="bg1"/>
                </a:solidFill>
                <a:latin typeface="+mj-lt"/>
                <a:cs typeface="Mongolian Baiti" panose="03000500000000000000" pitchFamily="66" charset="0"/>
              </a:defRPr>
            </a:lvl3pPr>
            <a:lvl4pPr marL="685800" indent="0">
              <a:lnSpc>
                <a:spcPct val="90000"/>
              </a:lnSpc>
              <a:buNone/>
              <a:defRPr sz="5400" b="0">
                <a:solidFill>
                  <a:schemeClr val="bg1"/>
                </a:solidFill>
                <a:latin typeface="+mj-lt"/>
                <a:cs typeface="Mongolian Baiti" panose="03000500000000000000" pitchFamily="66" charset="0"/>
              </a:defRPr>
            </a:lvl4pPr>
            <a:lvl5pPr marL="914400" indent="0">
              <a:lnSpc>
                <a:spcPct val="90000"/>
              </a:lnSpc>
              <a:buNone/>
              <a:defRPr sz="5400" b="0">
                <a:solidFill>
                  <a:schemeClr val="bg1"/>
                </a:solidFill>
                <a:latin typeface="+mj-lt"/>
                <a:cs typeface="Mongolian Baiti" panose="03000500000000000000" pitchFamily="66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F8C9FE2-6DE5-4BD7-B30C-85A8ECDF0918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E59E0B-DA31-573A-9F4C-606FE4AAB022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90712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43000" y="685800"/>
            <a:ext cx="10439400" cy="52578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5400" b="0">
                <a:solidFill>
                  <a:schemeClr val="tx1"/>
                </a:solidFill>
                <a:latin typeface="+mj-lt"/>
                <a:cs typeface="Mongolian Baiti" panose="03000500000000000000" pitchFamily="66" charset="0"/>
              </a:defRPr>
            </a:lvl1pPr>
            <a:lvl2pPr marL="228600" indent="0">
              <a:lnSpc>
                <a:spcPct val="90000"/>
              </a:lnSpc>
              <a:buNone/>
              <a:defRPr sz="5400" b="0">
                <a:solidFill>
                  <a:schemeClr val="tx1"/>
                </a:solidFill>
                <a:latin typeface="+mj-lt"/>
                <a:cs typeface="Mongolian Baiti" panose="03000500000000000000" pitchFamily="66" charset="0"/>
              </a:defRPr>
            </a:lvl2pPr>
            <a:lvl3pPr marL="457200" indent="0">
              <a:lnSpc>
                <a:spcPct val="90000"/>
              </a:lnSpc>
              <a:buNone/>
              <a:defRPr sz="5400" b="0">
                <a:solidFill>
                  <a:schemeClr val="tx1"/>
                </a:solidFill>
                <a:latin typeface="+mj-lt"/>
                <a:cs typeface="Mongolian Baiti" panose="03000500000000000000" pitchFamily="66" charset="0"/>
              </a:defRPr>
            </a:lvl3pPr>
            <a:lvl4pPr marL="685800" indent="0">
              <a:lnSpc>
                <a:spcPct val="90000"/>
              </a:lnSpc>
              <a:buNone/>
              <a:defRPr sz="5400" b="0">
                <a:solidFill>
                  <a:schemeClr val="tx1"/>
                </a:solidFill>
                <a:latin typeface="+mj-lt"/>
                <a:cs typeface="Mongolian Baiti" panose="03000500000000000000" pitchFamily="66" charset="0"/>
              </a:defRPr>
            </a:lvl4pPr>
            <a:lvl5pPr marL="914400" indent="0">
              <a:lnSpc>
                <a:spcPct val="90000"/>
              </a:lnSpc>
              <a:buNone/>
              <a:defRPr sz="5400" b="0">
                <a:solidFill>
                  <a:schemeClr val="tx1"/>
                </a:solidFill>
                <a:latin typeface="+mj-lt"/>
                <a:cs typeface="Mongolian Baiti" panose="03000500000000000000" pitchFamily="66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00D39FB3-A85A-4123-936A-B01B34283303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E01FFB5-9AC9-5608-D38C-31B179F100FD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598305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43000" y="685801"/>
            <a:ext cx="9906000" cy="5257799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5400" b="0">
                <a:latin typeface="+mj-lt"/>
                <a:cs typeface="Mongolian Baiti" panose="03000500000000000000" pitchFamily="66" charset="0"/>
              </a:defRPr>
            </a:lvl1pPr>
            <a:lvl2pPr marL="228600" indent="0">
              <a:lnSpc>
                <a:spcPct val="90000"/>
              </a:lnSpc>
              <a:buNone/>
              <a:defRPr sz="5400" b="0">
                <a:latin typeface="+mj-lt"/>
                <a:cs typeface="Mongolian Baiti" panose="03000500000000000000" pitchFamily="66" charset="0"/>
              </a:defRPr>
            </a:lvl2pPr>
            <a:lvl3pPr marL="457200" indent="0">
              <a:lnSpc>
                <a:spcPct val="90000"/>
              </a:lnSpc>
              <a:buNone/>
              <a:defRPr sz="5400" b="0">
                <a:latin typeface="+mj-lt"/>
                <a:cs typeface="Mongolian Baiti" panose="03000500000000000000" pitchFamily="66" charset="0"/>
              </a:defRPr>
            </a:lvl3pPr>
            <a:lvl4pPr marL="685800" indent="0">
              <a:lnSpc>
                <a:spcPct val="90000"/>
              </a:lnSpc>
              <a:buNone/>
              <a:defRPr sz="5400" b="0">
                <a:latin typeface="+mj-lt"/>
                <a:cs typeface="Mongolian Baiti" panose="03000500000000000000" pitchFamily="66" charset="0"/>
              </a:defRPr>
            </a:lvl4pPr>
            <a:lvl5pPr marL="914400" indent="0">
              <a:lnSpc>
                <a:spcPct val="90000"/>
              </a:lnSpc>
              <a:buNone/>
              <a:defRPr sz="5400" b="0">
                <a:latin typeface="+mj-lt"/>
                <a:cs typeface="Mongolian Baiti" panose="03000500000000000000" pitchFamily="66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400800"/>
            <a:ext cx="594359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400800"/>
            <a:ext cx="990600" cy="457200"/>
          </a:xfrm>
        </p:spPr>
        <p:txBody>
          <a:bodyPr/>
          <a:lstStyle/>
          <a:p>
            <a:fld id="{A70944E6-539A-4BC8-B250-092F2CE95E90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000" y="6400800"/>
            <a:ext cx="990600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16CE4C6-A657-5805-17C1-DFBE412C51BD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760786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5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43000" y="685800"/>
            <a:ext cx="9906000" cy="52578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90000"/>
              </a:lnSpc>
              <a:buNone/>
              <a:defRPr lang="en-US" sz="5400" b="1" dirty="0">
                <a:solidFill>
                  <a:schemeClr val="bg1"/>
                </a:solidFill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5400" b="1" dirty="0">
                <a:solidFill>
                  <a:schemeClr val="bg1"/>
                </a:solidFill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5400" b="1" dirty="0">
                <a:solidFill>
                  <a:schemeClr val="bg1"/>
                </a:solidFill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5400" b="1" dirty="0">
                <a:solidFill>
                  <a:schemeClr val="bg1"/>
                </a:solidFill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5400" b="1" dirty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0B6F89-4209-4DBA-AE92-A89C4CA08C29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C45B696-5A62-5895-72D9-DC0A3B3E2F89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59866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5029200"/>
            <a:ext cx="9906000" cy="914400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1" i="0" spc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43000" y="685800"/>
            <a:ext cx="9906000" cy="4114800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>
                <a:latin typeface="+mj-lt"/>
                <a:cs typeface="Mongolian Baiti" panose="03000500000000000000" pitchFamily="66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9C85BD29-F703-441C-BA70-A68EA51BEFAB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33729E-38D5-A1E3-A590-6B649D520DE4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696537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4955722"/>
            <a:ext cx="9906000" cy="987878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2000" b="1" i="0" spc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43000" y="685800"/>
            <a:ext cx="9906000" cy="3950208"/>
          </a:xfrm>
        </p:spPr>
        <p:txBody>
          <a:bodyPr anchor="t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+mj-lt"/>
                <a:cs typeface="Mongolian Baiti" panose="03000500000000000000" pitchFamily="66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5B9CFA-6593-4507-A356-FB73387E9819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AB597FC-DDBE-CAE6-D19E-43EBC6822347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1822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7468" y="5029200"/>
            <a:ext cx="6341532" cy="914399"/>
          </a:xfrm>
        </p:spPr>
        <p:txBody>
          <a:bodyPr anchor="b">
            <a:normAutofit/>
          </a:bodyPr>
          <a:lstStyle>
            <a:lvl1pPr algn="r">
              <a:lnSpc>
                <a:spcPct val="120000"/>
              </a:lnSpc>
              <a:defRPr sz="2000" b="1" i="0" spc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43000" y="685800"/>
            <a:ext cx="9906000" cy="40739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>
                <a:latin typeface="+mj-lt"/>
                <a:cs typeface="Mongolian Baiti" panose="03000500000000000000" pitchFamily="66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6DF2A675-1020-4672-8497-CDB1190FE408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0B72BA-2488-6234-EBE9-5F35F28FB990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76139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85800"/>
            <a:ext cx="9906000" cy="1828800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3000" y="2729555"/>
            <a:ext cx="9906000" cy="321404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spcBef>
                <a:spcPts val="0"/>
              </a:spcBef>
              <a:buNone/>
              <a:defRPr>
                <a:solidFill>
                  <a:schemeClr val="tx1"/>
                </a:solidFill>
                <a:latin typeface="+mn-lt"/>
              </a:defRPr>
            </a:lvl2pPr>
            <a:lvl3pPr marL="457200" indent="0">
              <a:spcBef>
                <a:spcPts val="0"/>
              </a:spcBef>
              <a:buNone/>
              <a:defRPr>
                <a:solidFill>
                  <a:schemeClr val="tx1"/>
                </a:solidFill>
                <a:latin typeface="+mn-lt"/>
              </a:defRPr>
            </a:lvl3pPr>
            <a:lvl4pPr marL="685800" indent="0">
              <a:spcBef>
                <a:spcPts val="0"/>
              </a:spcBef>
              <a:buNone/>
              <a:defRPr>
                <a:solidFill>
                  <a:schemeClr val="tx1"/>
                </a:solidFill>
                <a:latin typeface="+mn-lt"/>
              </a:defRPr>
            </a:lvl4pPr>
            <a:lvl5pPr marL="914400" indent="0">
              <a:spcBef>
                <a:spcPts val="0"/>
              </a:spcBef>
              <a:buNone/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21EF61-A901-4AB4-9C45-C45E4D36F49E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97917D3-DF16-9257-206A-EC4725B68DB8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9204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278617"/>
            <a:ext cx="8430767" cy="1842020"/>
          </a:xfrm>
        </p:spPr>
        <p:txBody>
          <a:bodyPr anchor="b">
            <a:noAutofit/>
          </a:bodyPr>
          <a:lstStyle>
            <a:lvl1pPr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43128" y="4335592"/>
            <a:ext cx="8430639" cy="160800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22860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45720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3pPr>
            <a:lvl4pPr marL="68580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4pPr>
            <a:lvl5pPr marL="914400" indent="0"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9C0E38-0B6C-4F02-AE7F-390E700470CD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972AAFA-E5BE-EBA1-7C6C-D6C7CA13C4A9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10207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81036"/>
            <a:ext cx="9906000" cy="99986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42999" y="1825625"/>
            <a:ext cx="4544695" cy="4117975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4305" y="1825625"/>
            <a:ext cx="4544695" cy="4117975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833FF731-0671-4E16-83B5-1527EB111BED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8B40A4-AD32-3681-054F-B1104A95BB77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69411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85800"/>
            <a:ext cx="9906000" cy="85790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1685735"/>
            <a:ext cx="45415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i="0" cap="all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43000" y="2387600"/>
            <a:ext cx="4541838" cy="3556000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8116" y="1685735"/>
            <a:ext cx="45415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i="0" cap="all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7162" y="2387600"/>
            <a:ext cx="4541838" cy="3556000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0522869C-8080-4F99-8FAC-1725E6C242DF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FE3AABC-393D-6A10-85E1-3DA5FCF6F287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14085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85800"/>
            <a:ext cx="9906000" cy="11240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8DF9FB6F-4F0B-43F9-AF69-3B0CAC3B888F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47143C1-3BF7-2821-826F-7956E68E4ED2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623061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00E5B50F-7E5E-430D-954F-DEC2717D2CC8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32C6766-0277-BD60-47A7-70F9C799649E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47113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740" y="685801"/>
            <a:ext cx="3595634" cy="180858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66740" y="2743200"/>
            <a:ext cx="3595634" cy="32004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7" y="685801"/>
            <a:ext cx="5943599" cy="525779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F5570C49-D89B-4A85-81F2-2955DCD49ED2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52DA44-7B78-2397-2B78-AD0FE8DE32E7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97432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692" y="685801"/>
            <a:ext cx="3595634" cy="182316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6692" y="2743200"/>
            <a:ext cx="3595634" cy="3200400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334000" y="685802"/>
            <a:ext cx="5701308" cy="5257798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E6CFD80B-F9FB-4989-A4EB-DBB19E6671FD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4420CDB-B7DC-0296-6DF4-02A4E776627C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1896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698501"/>
            <a:ext cx="9906000" cy="10185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2999" y="1902460"/>
            <a:ext cx="9906001" cy="4041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00800"/>
            <a:ext cx="2155071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 b="1" i="0">
                <a:solidFill>
                  <a:schemeClr val="tx1"/>
                </a:solidFill>
                <a:latin typeface="+mj-lt"/>
                <a:cs typeface="Mongolian Baiti" panose="03000500000000000000" pitchFamily="66" charset="0"/>
              </a:defRPr>
            </a:lvl1pPr>
          </a:lstStyle>
          <a:p>
            <a:fld id="{8FD589F1-8A4C-4250-9180-4AE033388C26}" type="datetime1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400" y="6400800"/>
            <a:ext cx="5943599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000" b="1" i="0">
                <a:solidFill>
                  <a:schemeClr val="tx1"/>
                </a:solidFill>
                <a:latin typeface="+mj-lt"/>
                <a:cs typeface="Mongolian Baiti" panose="03000500000000000000" pitchFamily="66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000" y="6400800"/>
            <a:ext cx="990599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 b="1" i="0">
                <a:solidFill>
                  <a:schemeClr val="accent1"/>
                </a:solidFill>
                <a:latin typeface="+mj-lt"/>
                <a:cs typeface="Mongolian Baiti" panose="03000500000000000000" pitchFamily="66" charset="0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095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i="0" kern="1200" spc="0" baseline="0">
          <a:solidFill>
            <a:schemeClr val="tx1"/>
          </a:solidFill>
          <a:latin typeface="+mj-lt"/>
          <a:ea typeface="+mj-ea"/>
          <a:cs typeface="Mongolian Baiti" panose="03000500000000000000" pitchFamily="66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orient="horz" pos="2160" userDrawn="1">
          <p15:clr>
            <a:srgbClr val="F26B43"/>
          </p15:clr>
        </p15:guide>
        <p15:guide id="24" pos="3840" userDrawn="1">
          <p15:clr>
            <a:srgbClr val="F26B43"/>
          </p15:clr>
        </p15:guide>
        <p15:guide id="25" pos="7584" userDrawn="1">
          <p15:clr>
            <a:srgbClr val="F26B43"/>
          </p15:clr>
        </p15:guide>
        <p15:guide id="26" pos="96" userDrawn="1">
          <p15:clr>
            <a:srgbClr val="F26B43"/>
          </p15:clr>
        </p15:guide>
        <p15:guide id="27" pos="720" userDrawn="1">
          <p15:clr>
            <a:srgbClr val="F26B43"/>
          </p15:clr>
        </p15:guide>
        <p15:guide id="28" pos="6960" userDrawn="1">
          <p15:clr>
            <a:srgbClr val="F26B43"/>
          </p15:clr>
        </p15:guide>
        <p15:guide id="29" orient="horz" pos="4032" userDrawn="1">
          <p15:clr>
            <a:srgbClr val="F26B43"/>
          </p15:clr>
        </p15:guide>
        <p15:guide id="30" orient="horz" pos="432" userDrawn="1">
          <p15:clr>
            <a:srgbClr val="F26B43"/>
          </p15:clr>
        </p15:guide>
        <p15:guide id="31" orient="horz" pos="37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1.xml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1.xml"/><Relationship Id="rId5" Type="http://schemas.openxmlformats.org/officeDocument/2006/relationships/image" Target="../media/image26.png"/><Relationship Id="rId4" Type="http://schemas.openxmlformats.org/officeDocument/2006/relationships/image" Target="../media/image2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1.xml"/><Relationship Id="rId5" Type="http://schemas.openxmlformats.org/officeDocument/2006/relationships/image" Target="../media/image27.png"/><Relationship Id="rId4" Type="http://schemas.openxmlformats.org/officeDocument/2006/relationships/image" Target="../media/image2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1.xml"/><Relationship Id="rId5" Type="http://schemas.openxmlformats.org/officeDocument/2006/relationships/image" Target="../media/image28.png"/><Relationship Id="rId4" Type="http://schemas.openxmlformats.org/officeDocument/2006/relationships/image" Target="../media/image2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1.xml"/><Relationship Id="rId5" Type="http://schemas.openxmlformats.org/officeDocument/2006/relationships/image" Target="../media/image29.png"/><Relationship Id="rId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F74C4C1-CA88-4A3A-B353-09B372093D1C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5A28E4-CD9E-B597-9A0E-4D5EECFBC9F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455" y="5448300"/>
            <a:ext cx="10668000" cy="1409700"/>
          </a:xfrm>
        </p:spPr>
        <p:txBody>
          <a:bodyPr>
            <a:normAutofit fontScale="85000" lnSpcReduction="10000"/>
          </a:bodyPr>
          <a:lstStyle/>
          <a:p>
            <a:pPr marL="0" marR="0" indent="0" fontAlgn="b">
              <a:buNone/>
            </a:pPr>
            <a:r>
              <a:rPr lang="en-US" sz="4800" dirty="0">
                <a:solidFill>
                  <a:srgbClr val="000000"/>
                </a:solidFill>
                <a:latin typeface="Avenir"/>
              </a:rPr>
              <a:t>AWS Agentic Stack and Claude with Sub-Agents</a:t>
            </a:r>
            <a:r>
              <a:rPr sz="4800" b="0" dirty="0">
                <a:solidFill>
                  <a:srgbClr val="000000"/>
                </a:solidFill>
                <a:effectLst/>
                <a:latin typeface="Mongolian Baiti" panose="03000500000000000000" pitchFamily="66" charset="0"/>
              </a:rPr>
              <a:t>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23688-5847-7926-1A1E-3DC7A7996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197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4890B-A8B6-C073-643D-C6593F90F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DAA280A-9DFA-EAC3-C6BB-3B4115980942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FD2A2-130D-83EC-032F-C34D645AE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2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5981C3-CBA2-0B21-2EED-525C3B122554}"/>
              </a:ext>
            </a:extLst>
          </p:cNvPr>
          <p:cNvSpPr txBox="1"/>
          <p:nvPr/>
        </p:nvSpPr>
        <p:spPr>
          <a:xfrm>
            <a:off x="1143001" y="548639"/>
            <a:ext cx="9905999" cy="5029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300" dirty="0">
                <a:solidFill>
                  <a:srgbClr val="000000"/>
                </a:solidFill>
                <a:latin typeface="Mongolian Baiti" panose="03000500000000000000" pitchFamily="66" charset="0"/>
              </a:rPr>
              <a:t>AWS – Value proposition of Agent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AF2A39-B7D5-02D4-E598-6AB86DB8B3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1424290"/>
            <a:ext cx="9753600" cy="5060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220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A8013-4664-06F1-266F-84917CA6D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914B268-25E0-ABA3-9A38-B7D8A22C1C30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C8D15-35D3-F8AA-6FAA-2A2AA10DF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3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76EF5D-14F3-D8D5-726C-38DAABF06061}"/>
              </a:ext>
            </a:extLst>
          </p:cNvPr>
          <p:cNvSpPr txBox="1"/>
          <p:nvPr/>
        </p:nvSpPr>
        <p:spPr>
          <a:xfrm>
            <a:off x="1143001" y="548639"/>
            <a:ext cx="9905999" cy="5029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300" dirty="0">
                <a:solidFill>
                  <a:srgbClr val="000000"/>
                </a:solidFill>
                <a:latin typeface="Mongolian Baiti" panose="03000500000000000000" pitchFamily="66" charset="0"/>
              </a:rPr>
              <a:t>AWS – Agent on the Cloud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345F80-4A5D-F71C-E8D4-AE9941E281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136" y="1955756"/>
            <a:ext cx="10777728" cy="48316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CC8FB6A-C632-D7C0-601A-20C5FDDD9C16}"/>
              </a:ext>
            </a:extLst>
          </p:cNvPr>
          <p:cNvSpPr txBox="1"/>
          <p:nvPr/>
        </p:nvSpPr>
        <p:spPr>
          <a:xfrm>
            <a:off x="707136" y="1190180"/>
            <a:ext cx="9418320" cy="6858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algn="l">
              <a:spcBef>
                <a:spcPts val="75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Avenir"/>
              </a:rPr>
              <a:t>Customer calls about the unexpected charge in bill, rep logs in to separate systems, pull call records, usage, plan details, any additional feature added. Cross references talk to Specialists;</a:t>
            </a:r>
            <a:r>
              <a:rPr lang="en-US" sz="1500" dirty="0">
                <a:solidFill>
                  <a:srgbClr val="000000"/>
                </a:solidFill>
                <a:latin typeface="Avenir"/>
              </a:rPr>
              <a:t> credit issued to customer.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65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4F0A9-8418-2E44-C457-121704C53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0E02093-254B-858F-7932-2781FF02F918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BF446-CF2E-7B82-BB04-EAFDD917E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4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BEC998-3BD0-6F97-9FD8-AF96901E1E7B}"/>
              </a:ext>
            </a:extLst>
          </p:cNvPr>
          <p:cNvSpPr txBox="1"/>
          <p:nvPr/>
        </p:nvSpPr>
        <p:spPr>
          <a:xfrm>
            <a:off x="1143001" y="548639"/>
            <a:ext cx="9905999" cy="5029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300" dirty="0">
                <a:solidFill>
                  <a:srgbClr val="000000"/>
                </a:solidFill>
                <a:latin typeface="Mongolian Baiti" panose="03000500000000000000" pitchFamily="66" charset="0"/>
              </a:rPr>
              <a:t>Claude Sub-Agents – Run In Parallel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7F4C3D-3C8D-31B9-7BF4-5C2B7225D7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127" y="1414255"/>
            <a:ext cx="10905746" cy="28956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1F09EE-64C0-EE52-83E0-9C081A29326B}"/>
              </a:ext>
            </a:extLst>
          </p:cNvPr>
          <p:cNvSpPr txBox="1"/>
          <p:nvPr/>
        </p:nvSpPr>
        <p:spPr>
          <a:xfrm>
            <a:off x="707136" y="4555243"/>
            <a:ext cx="9418320" cy="230275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85750" marR="0" indent="-285750" algn="l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1500" b="0" dirty="0">
                <a:solidFill>
                  <a:srgbClr val="000000"/>
                </a:solidFill>
                <a:effectLst/>
                <a:latin typeface="Avenir"/>
              </a:rPr>
              <a:t>A Sub-agent is a separate Claude instance spawned by an orchestrator to do one focused job</a:t>
            </a:r>
          </a:p>
          <a:p>
            <a:pPr marL="285750" marR="0" indent="-285750" algn="l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Avenir"/>
              </a:rPr>
              <a:t>Each sub-agent gets only the context it needs – nothing more</a:t>
            </a:r>
          </a:p>
          <a:p>
            <a:pPr marL="285750" marR="0" indent="-285750" algn="l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Avenir"/>
              </a:rPr>
              <a:t>Sub-agents run in parallel – they have no awareness of each other</a:t>
            </a:r>
          </a:p>
          <a:p>
            <a:pPr marL="285750" marR="0" indent="-285750" algn="l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Avenir"/>
              </a:rPr>
              <a:t>The orchestrator controls what they receive, sequences dependencies, and merges results</a:t>
            </a:r>
          </a:p>
          <a:p>
            <a:pPr marL="742950" lvl="1" indent="-285750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Avenir"/>
              </a:rPr>
              <a:t>Sub agents don’t talk to each other</a:t>
            </a:r>
          </a:p>
          <a:p>
            <a:pPr marL="285750" indent="-285750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Avenir"/>
              </a:rPr>
              <a:t>Best for: parallel and independent tasks</a:t>
            </a:r>
          </a:p>
          <a:p>
            <a:pPr marL="285750" indent="-285750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Avenir"/>
              </a:rPr>
              <a:t>Speed is the payoff –N tasks in the time it take do 1</a:t>
            </a:r>
          </a:p>
          <a:p>
            <a:pPr marL="285750" marR="0" indent="-285750" algn="l"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633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54E78-BA24-C2DC-FA1A-E9A6069FD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6295154-A3D1-D706-531A-A5C6F3FE9C18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6335F-1AAE-497E-4976-14D6F36EF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6B1768-6E1F-1190-4DFF-7E31820DFBCE}"/>
              </a:ext>
            </a:extLst>
          </p:cNvPr>
          <p:cNvSpPr txBox="1"/>
          <p:nvPr/>
        </p:nvSpPr>
        <p:spPr>
          <a:xfrm>
            <a:off x="1143001" y="548639"/>
            <a:ext cx="9905999" cy="5029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300" dirty="0">
                <a:solidFill>
                  <a:srgbClr val="000000"/>
                </a:solidFill>
                <a:latin typeface="Mongolian Baiti" panose="03000500000000000000" pitchFamily="66" charset="0"/>
              </a:rPr>
              <a:t>Claude Agent Teams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1744BB-A7D9-6CFC-FA5C-3154E13712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64" y="1433154"/>
            <a:ext cx="11049072" cy="27404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C38772-D6EC-1D65-7DC3-C5C7B2AF422B}"/>
              </a:ext>
            </a:extLst>
          </p:cNvPr>
          <p:cNvSpPr txBox="1"/>
          <p:nvPr/>
        </p:nvSpPr>
        <p:spPr>
          <a:xfrm>
            <a:off x="707136" y="4555243"/>
            <a:ext cx="9418320" cy="230275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85750" marR="0" indent="-285750" algn="l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  <a:latin typeface="Avenir"/>
              </a:rPr>
              <a:t>Higher quality output because of feedback loop</a:t>
            </a:r>
          </a:p>
          <a:p>
            <a:pPr marL="285750" marR="0" indent="-285750" algn="l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1500" b="0" dirty="0">
                <a:solidFill>
                  <a:srgbClr val="000000"/>
                </a:solidFill>
                <a:effectLst/>
                <a:latin typeface="Avenir"/>
              </a:rPr>
              <a:t>Mimics human teams</a:t>
            </a:r>
          </a:p>
          <a:p>
            <a:pPr marL="285750" marR="0" indent="-285750" algn="l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1500" b="0" dirty="0">
                <a:solidFill>
                  <a:srgbClr val="000000"/>
                </a:solidFill>
                <a:effectLst/>
                <a:latin typeface="Avenir"/>
              </a:rPr>
              <a:t>Not re-do</a:t>
            </a:r>
          </a:p>
        </p:txBody>
      </p:sp>
    </p:spTree>
    <p:extLst>
      <p:ext uri="{BB962C8B-B14F-4D97-AF65-F5344CB8AC3E}">
        <p14:creationId xmlns:p14="http://schemas.microsoft.com/office/powerpoint/2010/main" val="2630768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6412E-B020-3385-C288-3C1FBFF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3D6D4DD-73C4-061D-7BF3-3C9FDF9EF074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8A0AB-0DB4-E1A8-C4C9-A1B5492D3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6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944EB3-75DE-AAFB-3EC7-3BEE960AF1CC}"/>
              </a:ext>
            </a:extLst>
          </p:cNvPr>
          <p:cNvSpPr txBox="1"/>
          <p:nvPr/>
        </p:nvSpPr>
        <p:spPr>
          <a:xfrm>
            <a:off x="1143001" y="548639"/>
            <a:ext cx="9905999" cy="5029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300" dirty="0">
                <a:solidFill>
                  <a:srgbClr val="000000"/>
                </a:solidFill>
                <a:latin typeface="Mongolian Baiti" panose="03000500000000000000" pitchFamily="66" charset="0"/>
              </a:rPr>
              <a:t>End 2 End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4EC333-9040-4FD6-B31B-EAC29AEE49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086" y="1380652"/>
            <a:ext cx="11025828" cy="483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659616"/>
      </p:ext>
    </p:extLst>
  </p:cSld>
  <p:clrMapOvr>
    <a:masterClrMapping/>
  </p:clrMapOvr>
</p:sld>
</file>

<file path=ppt/theme/theme1.xml><?xml version="1.0" encoding="utf-8"?>
<a:theme xmlns:a="http://schemas.openxmlformats.org/drawingml/2006/main" name="Quick study">
  <a:themeElements>
    <a:clrScheme name="Custom 2">
      <a:dk1>
        <a:srgbClr val="000000"/>
      </a:dk1>
      <a:lt1>
        <a:srgbClr val="FFFFFF"/>
      </a:lt1>
      <a:dk2>
        <a:srgbClr val="6B6969"/>
      </a:dk2>
      <a:lt2>
        <a:srgbClr val="FFFEFA"/>
      </a:lt2>
      <a:accent1>
        <a:srgbClr val="DDA151"/>
      </a:accent1>
      <a:accent2>
        <a:srgbClr val="FFD33F"/>
      </a:accent2>
      <a:accent3>
        <a:srgbClr val="E0D9BE"/>
      </a:accent3>
      <a:accent4>
        <a:srgbClr val="0FAE60"/>
      </a:accent4>
      <a:accent5>
        <a:srgbClr val="2B8AD4"/>
      </a:accent5>
      <a:accent6>
        <a:srgbClr val="E1612E"/>
      </a:accent6>
      <a:hlink>
        <a:srgbClr val="467886"/>
      </a:hlink>
      <a:folHlink>
        <a:srgbClr val="96607D"/>
      </a:folHlink>
    </a:clrScheme>
    <a:fontScheme name="Quick study">
      <a:majorFont>
        <a:latin typeface="Mongolian Bait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ick Study_win32_SD_V4" id="{62319037-9F07-4567-B4F2-AF117ABC5CCB}" vid="{0BC39864-9F70-40C9-9CA9-1A6913D50B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4882</TotalTime>
  <Words>198</Words>
  <Application>Microsoft Office PowerPoint</Application>
  <PresentationFormat>Widescreen</PresentationFormat>
  <Paragraphs>30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Avenir</vt:lpstr>
      <vt:lpstr>Avenir Next LT Pro</vt:lpstr>
      <vt:lpstr>Mongolian Baiti</vt:lpstr>
      <vt:lpstr>Quick study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Rajasekar DJ</dc:creator>
  <cp:lastModifiedBy>RajasekarDurvas Jayaraman</cp:lastModifiedBy>
  <cp:revision>19</cp:revision>
  <dcterms:created xsi:type="dcterms:W3CDTF">2026-03-26T12:13:18Z</dcterms:created>
  <dcterms:modified xsi:type="dcterms:W3CDTF">2026-04-08T19:49:52Z</dcterms:modified>
</cp:coreProperties>
</file>