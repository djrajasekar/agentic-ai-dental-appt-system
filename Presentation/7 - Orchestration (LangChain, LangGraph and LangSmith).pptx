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19" r:id="rId2"/>
    <p:sldId id="262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tic AI: Demonstrating Key Capabilities From Fundamentals to Advanced Applications" id="{31B2E537-94AB-4818-AD5B-DE227AF2EC3D}">
          <p14:sldIdLst/>
        </p14:section>
        <p14:section name="Introduction to Agentic AI" id="{C49BADDD-771D-4879-BBAB-04CF36A28BB4}">
          <p14:sldIdLst/>
        </p14:section>
        <p14:section name="Understanding MCP (Modular Control Processes)" id="{AE2D6033-5BD2-4C0C-975F-987B2CB1F08F}">
          <p14:sldIdLst/>
        </p14:section>
        <p14:section name="MCP Versus API Approaches" id="{A0123EFC-571A-440F-A11E-54D923D7FBFD}">
          <p14:sldIdLst/>
        </p14:section>
        <p14:section name="Agentic AI - overview" id="{29DE0590-5D07-406A-ABE8-35541650A8CD}">
          <p14:sldIdLst/>
        </p14:section>
        <p14:section name="AI Agents Powered by Large Language Models (LLM)" id="{6F299B3F-1A45-45D2-8336-272CE18AB5AE}">
          <p14:sldIdLst/>
        </p14:section>
        <p14:section name="Multi-Agent Systems: Collaboration and Coordination" id="{5BE6E1D9-71EE-4E8F-B86F-276D6F0CEAE2}">
          <p14:sldIdLst/>
        </p14:section>
        <p14:section name="Orchestration (LangChain, LangGraph and LangSmith)" id="{A00559E7-9513-45CD-901E-E0C8D21FB229}">
          <p14:sldIdLst>
            <p14:sldId id="2619"/>
            <p14:sldId id="2620"/>
          </p14:sldIdLst>
        </p14:section>
        <p14:section name="Enhancing AI Agents with Tools and Memory" id="{B7FD3B18-0734-4D3F-ACFD-D69125466A69}">
          <p14:sldIdLst/>
        </p14:section>
        <p14:section name="Market Landscape: LLMs and Benchmark Comparisons" id="{1386D493-01A5-4685-A3C6-3FAE928AA4AD}">
          <p14:sldIdLst/>
        </p14:section>
        <p14:section name="Intro to Open Router / Neo Claw" id="{3472FD70-8FCE-4C09-B7CC-7511F5D13DCE}">
          <p14:sldIdLst/>
        </p14:section>
        <p14:section name="Conclusion: Empowering Intelligent Systems Through Agentic AI" id="{58F6D87E-51B4-4539-BE62-4B3225BC992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67" autoAdjust="0"/>
    <p:restoredTop sz="95593" autoAdjust="0"/>
  </p:normalViewPr>
  <p:slideViewPr>
    <p:cSldViewPr snapToGrid="0">
      <p:cViewPr varScale="1">
        <p:scale>
          <a:sx n="83" d="100"/>
          <a:sy n="83" d="100"/>
        </p:scale>
        <p:origin x="27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sekarDurvas Jayaraman" userId="dec69a9c-1923-4032-83ec-8757405c18aa" providerId="ADAL" clId="{F0E09894-DDD4-49D8-AE27-168D9AD70EBF}"/>
    <pc:docChg chg="undo custSel modSld">
      <pc:chgData name="RajasekarDurvas Jayaraman" userId="dec69a9c-1923-4032-83ec-8757405c18aa" providerId="ADAL" clId="{F0E09894-DDD4-49D8-AE27-168D9AD70EBF}" dt="2026-03-26T17:39:50.634" v="11" actId="14100"/>
      <pc:docMkLst>
        <pc:docMk/>
      </pc:docMkLst>
      <pc:sldChg chg="modSp mod">
        <pc:chgData name="RajasekarDurvas Jayaraman" userId="dec69a9c-1923-4032-83ec-8757405c18aa" providerId="ADAL" clId="{F0E09894-DDD4-49D8-AE27-168D9AD70EBF}" dt="2026-03-26T17:39:50.634" v="11" actId="14100"/>
        <pc:sldMkLst>
          <pc:docMk/>
          <pc:sldMk cId="484671881" sldId="2562"/>
        </pc:sldMkLst>
        <pc:picChg chg="mod">
          <ac:chgData name="RajasekarDurvas Jayaraman" userId="dec69a9c-1923-4032-83ec-8757405c18aa" providerId="ADAL" clId="{F0E09894-DDD4-49D8-AE27-168D9AD70EBF}" dt="2026-03-26T17:39:50.634" v="11" actId="14100"/>
          <ac:picMkLst>
            <pc:docMk/>
            <pc:sldMk cId="484671881" sldId="2562"/>
            <ac:picMk id="7" creationId="{8C8B632E-F55E-45CB-B34C-A6C42FFC982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F2AAB-C07C-4233-8349-DE2F825C733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9BABD-345A-4117-ACE9-F1DD19C1C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46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11CDF-A6C8-D50F-7BD9-2C23153A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D6269-B6D4-E381-6A6B-CCE19FB7B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09FC5-4F7F-2DF7-F78A-710172A8E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Defining Agentic AI and Its Relevance, Core Concepts: Autonomy, Reasoning, and Action, Placeholder for Diagram: Basic Agent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0C927-1B06-AE8F-929C-68FBD4AE9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851F1-7B70-4777-95B7-CF1A07BBAA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26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5172773"/>
            <a:ext cx="9906001" cy="77082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4600446"/>
            <a:ext cx="9906001" cy="398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1" y="685800"/>
            <a:ext cx="9906000" cy="3716559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en-US" sz="10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/>
            </a:lvl1pPr>
          </a:lstStyle>
          <a:p>
            <a:fld id="{2953A48D-8978-4B7F-8BA5-7DDC44F9988C}" type="datetime1">
              <a:rPr lang="en-US" smtClean="0"/>
              <a:t>4/7/2026</a:t>
            </a:fld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1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008A96-F52F-AB95-8185-940BB21AA15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67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905008"/>
            <a:ext cx="9906001" cy="4038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767-B18A-4D25-AB71-95C362FFA6CA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99ED41-DFA2-8D2F-7F31-B856DB6B81A4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19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2327554"/>
            <a:ext cx="3914086" cy="3656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817" y="685799"/>
            <a:ext cx="3174160" cy="14588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9104" y="685800"/>
            <a:ext cx="5258080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400" y="6400800"/>
            <a:ext cx="5943600" cy="4536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58400" y="6400800"/>
            <a:ext cx="990600" cy="453602"/>
          </a:xfrm>
        </p:spPr>
        <p:txBody>
          <a:bodyPr/>
          <a:lstStyle/>
          <a:p>
            <a:fld id="{8529DE94-2476-477B-981E-08C53D89AC9B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14B7BE-0A4F-0031-AC74-6519ACD526D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736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8017" y="2015442"/>
            <a:ext cx="4240984" cy="39602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8016" y="685800"/>
            <a:ext cx="3755116" cy="111467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43001" y="685800"/>
            <a:ext cx="4952999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C51F7A3-E7CB-4889-B172-A123C630DC51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8BDBFD-5D03-F89B-C880-B0D233D5D48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327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2990" y="2827402"/>
            <a:ext cx="3736010" cy="284556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2988" y="1521399"/>
            <a:ext cx="3729915" cy="112312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43000" y="685800"/>
            <a:ext cx="5457968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8177C5-BD9A-4D23-83AF-F5B841ADF3F2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6E54C3-5CBC-D17E-9D7C-4FF681AFB45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366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097452"/>
            <a:ext cx="9906000" cy="38742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693821"/>
            <a:ext cx="7794754" cy="12006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93D0-2A08-42DB-964D-2E1108D4CB76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0F3FF5-645F-9896-EB7A-64D903F7754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877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03564"/>
            <a:ext cx="9140954" cy="28367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923173"/>
            <a:ext cx="7388353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57C23FB3-0824-43FF-8EA1-707169FC13FA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985B18-7603-5E0E-67B4-DFB03DB2AA5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188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94490"/>
            <a:ext cx="8229600" cy="2379013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2" y="3962400"/>
            <a:ext cx="7588155" cy="102931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D26C4EF4-1425-499B-9B0A-3303E07CFD10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01BC5C-C61F-D922-112D-C75F3114252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940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685801"/>
            <a:ext cx="7896860" cy="52578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FD4B53-E1EA-4DC9-BEB9-493B5BDE9305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11AFC6-EF52-5259-7C78-95BA7A9EDD6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37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685801"/>
            <a:ext cx="7896860" cy="52578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D7CA4D-0419-44B1-A572-E2F0F89C5403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11AFC6-EF52-5259-7C78-95BA7A9EDD6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410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685801"/>
            <a:ext cx="7896860" cy="525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86A8F3-65F3-4EB9-869C-76CEE4BDD77C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11AFC6-EF52-5259-7C78-95BA7A9EDD6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199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4343400" cy="52578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685801"/>
            <a:ext cx="4953000" cy="5257800"/>
          </a:xfrm>
        </p:spPr>
        <p:txBody>
          <a:bodyPr anchor="ctr">
            <a:normAutofit/>
          </a:bodyPr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 sz="1800"/>
            </a:lvl1pPr>
            <a:lvl2pPr marL="685800" indent="-457200">
              <a:buClr>
                <a:schemeClr val="accent1"/>
              </a:buClr>
              <a:buFont typeface="+mj-lt"/>
              <a:buAutoNum type="arabicPeriod"/>
              <a:defRPr sz="1800"/>
            </a:lvl2pPr>
            <a:lvl3pPr marL="800100" indent="-342900">
              <a:buClr>
                <a:schemeClr val="accent1"/>
              </a:buClr>
              <a:buFont typeface="+mj-lt"/>
              <a:buAutoNum type="arabicPeriod"/>
              <a:defRPr sz="1800"/>
            </a:lvl3pPr>
            <a:lvl4pPr marL="1028700" indent="-342900">
              <a:buClr>
                <a:schemeClr val="accent1"/>
              </a:buClr>
              <a:buFont typeface="+mj-lt"/>
              <a:buAutoNum type="arabicPeriod"/>
              <a:defRPr sz="1800"/>
            </a:lvl4pPr>
            <a:lvl5pPr marL="1257300" indent="-342900">
              <a:buClr>
                <a:schemeClr val="accent1"/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8B41A39F-C131-47B8-AEC1-526A80C18BBA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EAC3E4-34A4-BAF1-4CEC-F3578B7F260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174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492" y="685800"/>
            <a:ext cx="5916508" cy="17053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43000" y="685800"/>
            <a:ext cx="327747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32493" y="2574043"/>
            <a:ext cx="5916507" cy="3369557"/>
          </a:xfrm>
        </p:spPr>
        <p:txBody>
          <a:bodyPr>
            <a:normAutofit/>
          </a:bodyPr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 sz="1800"/>
            </a:lvl1pPr>
            <a:lvl2pPr marL="571500" indent="-342900">
              <a:buClr>
                <a:schemeClr val="accent1"/>
              </a:buClr>
              <a:buFont typeface="+mj-lt"/>
              <a:buAutoNum type="arabicPeriod"/>
              <a:defRPr sz="1800"/>
            </a:lvl2pPr>
            <a:lvl3pPr marL="800100" indent="-342900">
              <a:buClr>
                <a:schemeClr val="accent1"/>
              </a:buClr>
              <a:buFont typeface="+mj-lt"/>
              <a:buAutoNum type="arabicPeriod"/>
              <a:defRPr sz="1800"/>
            </a:lvl3pPr>
            <a:lvl4pPr marL="1028700" indent="-342900">
              <a:buClr>
                <a:schemeClr val="accent1"/>
              </a:buClr>
              <a:buFont typeface="+mj-lt"/>
              <a:buAutoNum type="arabicPeriod"/>
              <a:defRPr sz="1800"/>
            </a:lvl4pPr>
            <a:lvl5pPr>
              <a:buClr>
                <a:schemeClr val="accent1"/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A877CDC7-E2DA-405F-BDB4-4ED43CAA16E6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522FD4-D873-5880-85CA-819074029061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885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095FE81-352A-04EE-D805-C0A4E238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38397"/>
            <a:ext cx="6623435" cy="115642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5ECE14C-6B0B-4298-B34D-766A34529CDF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8EE849E-3DB2-6D09-829E-63D97DAF47A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53380E56-1E9F-BBE4-3737-14FD20DDE33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3777702"/>
            <a:ext cx="4659735" cy="1632498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  <a:lvl2pPr>
              <a:spcBef>
                <a:spcPts val="0"/>
              </a:spcBef>
              <a:buNone/>
              <a:defRPr/>
            </a:lvl2pPr>
            <a:lvl3pPr>
              <a:spcBef>
                <a:spcPts val="0"/>
              </a:spcBef>
              <a:buNone/>
              <a:defRPr/>
            </a:lvl3pPr>
            <a:lvl4pPr>
              <a:spcBef>
                <a:spcPts val="0"/>
              </a:spcBef>
              <a:buNone/>
              <a:defRPr/>
            </a:lvl4pPr>
            <a:lvl5pPr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012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3506558" cy="345689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2777" y="685800"/>
            <a:ext cx="4956175" cy="3461212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D76CF820-C7DB-421D-8FD6-C430A9B1C2AC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077C1-74FA-7247-9C7C-6A14D1FE584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419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71" y="2102780"/>
            <a:ext cx="3923455" cy="384081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97941" y="685800"/>
            <a:ext cx="5251059" cy="52578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F0E63EA5-332D-4604-BD2D-34B00B234EDE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0DACAA-0808-2D60-12F2-52C968353E1D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036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02859"/>
            <a:ext cx="3048000" cy="521933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28417" y="724270"/>
            <a:ext cx="6120583" cy="521933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5145CA3-1D95-48B1-8239-73BFDAEAE6AF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3579D9-BC9D-2B0D-42FA-B8F3791ECB8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2506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07549"/>
            <a:ext cx="2590800" cy="523605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817" y="708184"/>
            <a:ext cx="6603184" cy="5235416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1B80F9BF-B0F8-4A9E-9210-E35AD48EB15E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2C2954-C801-2F12-6B41-2D0F2CDE902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229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931" y="719137"/>
            <a:ext cx="2717068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800"/>
            <a:ext cx="647691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6957" y="2793033"/>
            <a:ext cx="2717068" cy="28330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lang="en-US" dirty="0"/>
            </a:lvl1pPr>
            <a:lvl2pPr marL="228600" indent="0">
              <a:spcBef>
                <a:spcPts val="0"/>
              </a:spcBef>
              <a:buNone/>
              <a:defRPr lang="en-US" dirty="0"/>
            </a:lvl2pPr>
            <a:lvl3pPr marL="457200" indent="0">
              <a:spcBef>
                <a:spcPts val="0"/>
              </a:spcBef>
              <a:buNone/>
              <a:defRPr lang="en-US" dirty="0"/>
            </a:lvl3pPr>
            <a:lvl4pPr marL="685800" indent="0">
              <a:spcBef>
                <a:spcPts val="0"/>
              </a:spcBef>
              <a:buNone/>
              <a:defRPr lang="en-US" dirty="0"/>
            </a:lvl4pPr>
            <a:lvl5pPr marL="914400" indent="0"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48450" y="6400800"/>
            <a:ext cx="99557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30F05D-1D3B-4C2E-9FFA-DE29ED956270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4025" y="6400800"/>
            <a:ext cx="995575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1AC5C24-4394-5215-8F84-119942C28BC5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231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1"/>
            <a:ext cx="2717067" cy="1892277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B3FABB3D-30D3-4F01-12AE-0D719370027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143000" y="2793033"/>
            <a:ext cx="2717068" cy="28330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lang="en-US" dirty="0"/>
            </a:lvl1pPr>
            <a:lvl2pPr marL="228600" indent="0">
              <a:spcBef>
                <a:spcPts val="0"/>
              </a:spcBef>
              <a:buNone/>
              <a:defRPr lang="en-US" dirty="0"/>
            </a:lvl2pPr>
            <a:lvl3pPr marL="457200" indent="0">
              <a:spcBef>
                <a:spcPts val="0"/>
              </a:spcBef>
              <a:buNone/>
              <a:defRPr lang="en-US" dirty="0"/>
            </a:lvl3pPr>
            <a:lvl4pPr marL="685800" indent="0">
              <a:spcBef>
                <a:spcPts val="0"/>
              </a:spcBef>
              <a:buNone/>
              <a:defRPr lang="en-US" dirty="0"/>
            </a:lvl4pPr>
            <a:lvl5pPr marL="914400" indent="0"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DF247FF5-7041-6BAC-2B24-D38B5823FD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85" y="685800"/>
            <a:ext cx="647691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399" y="6400800"/>
            <a:ext cx="9906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B2FE6D2-B81D-4429-A41B-DCED2913EA16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2B7EA7-2EEF-FFC6-041D-2A5C43637244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4788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762" y="4495800"/>
            <a:ext cx="3209368" cy="14478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799"/>
            <a:ext cx="9901238" cy="359504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87" y="4495800"/>
            <a:ext cx="6476914" cy="14305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lang="en-US" dirty="0"/>
            </a:lvl1pPr>
            <a:lvl2pPr marL="228600" indent="0">
              <a:spcBef>
                <a:spcPts val="0"/>
              </a:spcBef>
              <a:buNone/>
              <a:defRPr lang="en-US" dirty="0"/>
            </a:lvl2pPr>
            <a:lvl3pPr marL="457200" indent="0">
              <a:spcBef>
                <a:spcPts val="0"/>
              </a:spcBef>
              <a:buNone/>
              <a:defRPr lang="en-US" dirty="0"/>
            </a:lvl3pPr>
            <a:lvl4pPr marL="685800" indent="0">
              <a:spcBef>
                <a:spcPts val="0"/>
              </a:spcBef>
              <a:buNone/>
              <a:defRPr lang="en-US" dirty="0"/>
            </a:lvl4pPr>
            <a:lvl5pPr marL="914400" indent="0"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A986E4C-26E7-40BC-8DDD-DE3A2F7C8B9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A47364-66B2-3B4D-6600-100245734C9A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56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7489" y="685799"/>
            <a:ext cx="3620525" cy="92754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800"/>
            <a:ext cx="5562600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17617" y="1828299"/>
            <a:ext cx="3620524" cy="4115301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36428" y="6400800"/>
            <a:ext cx="1001586" cy="457200"/>
          </a:xfrm>
        </p:spPr>
        <p:txBody>
          <a:bodyPr/>
          <a:lstStyle/>
          <a:p>
            <a:fld id="{F14D5DAB-1E00-43FC-9445-DAAD2ACAC73A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38014" y="6400800"/>
            <a:ext cx="1001586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A7BBF56-9F54-91F7-8B07-3836137799C1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161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685800"/>
            <a:ext cx="3620524" cy="92754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A46DECC9-7986-BB68-7725-C840C27A8E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43000" y="1828299"/>
            <a:ext cx="3620524" cy="4115301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7AACE2C-717B-D303-9874-EEBCB1CCD9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685800"/>
            <a:ext cx="5562600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1" y="6400800"/>
            <a:ext cx="990598" cy="457200"/>
          </a:xfrm>
        </p:spPr>
        <p:txBody>
          <a:bodyPr/>
          <a:lstStyle/>
          <a:p>
            <a:fld id="{4989F924-B50F-4860-B10F-D52036B96E39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598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1B0D76A-CF8F-ABF7-FD42-BC815738E31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85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1" y="685800"/>
            <a:ext cx="4546423" cy="9144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373F0A7D-AD36-9BC0-CF3C-1985F174509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3336" y="685800"/>
            <a:ext cx="463722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1" y="1828300"/>
            <a:ext cx="4556759" cy="411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4316"/>
            <a:ext cx="5943600" cy="4536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4316"/>
            <a:ext cx="990600" cy="45368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D02379D-477C-47F0-9322-3E7981CF2222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4316"/>
            <a:ext cx="990600" cy="45368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0D0403-0661-B304-FC30-17B8CEC938C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0307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40" y="685800"/>
            <a:ext cx="4513154" cy="9144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08C86B72-855F-890D-47EC-5A46EA634C5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4740" y="1828300"/>
            <a:ext cx="4513154" cy="411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CBB37A90-5561-8836-19D2-B4DFB635D8F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9910" y="685800"/>
            <a:ext cx="463722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36535" y="6400800"/>
            <a:ext cx="990600" cy="457200"/>
          </a:xfrm>
        </p:spPr>
        <p:txBody>
          <a:bodyPr/>
          <a:lstStyle/>
          <a:p>
            <a:fld id="{30FBF84D-747E-4A2D-B74C-0D1ADB9D978A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599" cy="45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804DAD-5BC0-9FC5-EC18-CDBE0EE36A9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252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662043"/>
            <a:ext cx="2667001" cy="2281557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2999" y="685800"/>
            <a:ext cx="9906001" cy="275753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4956" y="3662043"/>
            <a:ext cx="7024044" cy="228155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412F17FE-50B5-4F97-A5FE-D47BC058140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B40F4D-4FD2-324C-CFF2-ADA23A35CFB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891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07477"/>
            <a:ext cx="2743106" cy="233045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01063" y="707476"/>
            <a:ext cx="6947938" cy="26858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2999" y="3607498"/>
            <a:ext cx="9906001" cy="233045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600" cy="457200"/>
          </a:xfrm>
        </p:spPr>
        <p:txBody>
          <a:bodyPr/>
          <a:lstStyle/>
          <a:p>
            <a:fld id="{398629FA-33AC-4B91-9F50-6A34C73DB4A5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6F4162-8B6A-031F-A186-63503EB5CF2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6544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685801"/>
            <a:ext cx="2667001" cy="52578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24956" y="685800"/>
            <a:ext cx="7024044" cy="275753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4956" y="3662043"/>
            <a:ext cx="7024044" cy="228155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4C54EB15-C6E9-4FB2-A00E-83F3272DC203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2BAF7E-DB4B-FC77-1D4B-2907E790CFE1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1064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4553" y="702859"/>
            <a:ext cx="5744447" cy="9098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702859"/>
            <a:ext cx="3417453" cy="524074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5739" y="1828299"/>
            <a:ext cx="5737784" cy="4115301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2921" y="6400800"/>
            <a:ext cx="990601" cy="457200"/>
          </a:xfrm>
        </p:spPr>
        <p:txBody>
          <a:bodyPr/>
          <a:lstStyle/>
          <a:p>
            <a:fld id="{F35C560A-6694-4C54-932B-EBD007D80457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34F062-E526-E361-D4BD-72E769199F9A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2212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02859"/>
            <a:ext cx="5744448" cy="89486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1843924"/>
            <a:ext cx="5744447" cy="4099676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D5B6C620-74FA-0279-5BC5-97091F2D26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7" y="702859"/>
            <a:ext cx="3417453" cy="524074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9" y="6400800"/>
            <a:ext cx="990600" cy="457200"/>
          </a:xfrm>
        </p:spPr>
        <p:txBody>
          <a:bodyPr/>
          <a:lstStyle/>
          <a:p>
            <a:fld id="{101DF975-D0C4-475F-9F7C-B84D5C6D229B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D60DA1-4793-4BB1-35F1-0A144685020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2372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85799"/>
            <a:ext cx="9905999" cy="94845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936" y="1849212"/>
            <a:ext cx="4569056" cy="4094387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52008" y="1849212"/>
            <a:ext cx="4596992" cy="4094388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FD9AFD03-FE9C-40DF-B862-03968B25C24F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77AF9D-3C1B-C06E-8ED0-0E93CB299E0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997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9484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1849213"/>
            <a:ext cx="3886200" cy="4094387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1216" y="1849213"/>
            <a:ext cx="5307785" cy="4094387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FD384AD-C61A-48D6-93CC-8F2E0CDBE1F5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68E299-4F76-11A9-0401-93911962B31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6589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94183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1855838"/>
            <a:ext cx="4678055" cy="4087762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69855" y="1855839"/>
            <a:ext cx="4479145" cy="4087762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flipH="1"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614BD192-03A5-4A45-AA3A-3048777F9DA1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95B70AA-3B93-7622-1DFB-94A2304AD14A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5060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685801"/>
            <a:ext cx="6416832" cy="914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800"/>
            <a:ext cx="2777152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828299"/>
            <a:ext cx="6416832" cy="4115300"/>
          </a:xfrm>
        </p:spPr>
        <p:txBody>
          <a:bodyPr/>
          <a:lstStyle>
            <a:lvl1pPr>
              <a:spcBef>
                <a:spcPts val="400"/>
              </a:spcBef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688BF943-8E28-4DFB-B0DE-F00AF9279F8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39A83E-B0F1-03F6-74AC-D67E31FB986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4041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94998"/>
            <a:ext cx="6407304" cy="914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2999" y="1828299"/>
            <a:ext cx="6407305" cy="41153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A0F08A51-DDF0-F904-C832-37321BA8D0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71848" y="685800"/>
            <a:ext cx="2777152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14FE1444-BD57-4488-BC66-780B65504E47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00A44A-2759-A2C2-08DC-0AAFC6B55096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1768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20467"/>
            <a:ext cx="3517146" cy="162848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1" y="2563904"/>
            <a:ext cx="3517146" cy="337969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72162" y="685801"/>
            <a:ext cx="5676838" cy="52578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C7D6AC0-AFBC-4BF8-914C-3A003B9A62F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EC98E67-C3DE-1B21-ADC4-8C5E2F6367F0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1578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129" y="709098"/>
            <a:ext cx="2491239" cy="16398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72128" y="2563905"/>
            <a:ext cx="2491239" cy="337969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84" y="685800"/>
            <a:ext cx="6673616" cy="52578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599" cy="457200"/>
          </a:xfrm>
        </p:spPr>
        <p:txBody>
          <a:bodyPr/>
          <a:lstStyle/>
          <a:p>
            <a:fld id="{2DA2328B-B1E6-45A4-86CF-8A83B4DA9E96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0BF570-92F5-4B04-EE32-8093EAC2D175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0837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243865"/>
            <a:ext cx="9906000" cy="709673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6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1"/>
            <a:ext cx="9906000" cy="4329860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38E9D8-4FC1-4DAE-99E4-835FCD288395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A7AB40-CE07-6773-F477-107BB694C7B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914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3CD651BA-50FB-2DF6-3F6E-69C4FCD7B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609809"/>
            <a:ext cx="4953001" cy="1343730"/>
          </a:xfrm>
        </p:spPr>
        <p:txBody>
          <a:bodyPr anchor="b"/>
          <a:lstStyle>
            <a:lvl1pPr>
              <a:lnSpc>
                <a:spcPct val="110000"/>
              </a:lnSpc>
              <a:defRPr sz="2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FCA4E528-A76C-88B7-F866-78D030A514D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43000" y="685801"/>
            <a:ext cx="9906000" cy="3276600"/>
          </a:xfrm>
        </p:spPr>
        <p:txBody>
          <a:bodyPr anchor="b"/>
          <a:lstStyle>
            <a:lvl1pPr>
              <a:lnSpc>
                <a:spcPct val="90000"/>
              </a:lnSpc>
              <a:buNone/>
              <a:defRPr sz="27000">
                <a:solidFill>
                  <a:schemeClr val="tx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BAEB1E-5971-4FE0-8556-E58B94C51D44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EA5BF1-23C2-0F30-7510-43650AEC4DE0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9638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C3DADE7F-E67E-CAEA-8072-B9514E6E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399" y="685800"/>
            <a:ext cx="2895601" cy="5267739"/>
          </a:xfrm>
        </p:spPr>
        <p:txBody>
          <a:bodyPr anchor="ctr"/>
          <a:lstStyle>
            <a:lvl1pPr>
              <a:lnSpc>
                <a:spcPct val="110000"/>
              </a:lnSpc>
              <a:defRPr sz="2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64D4B29D-DD33-F8A0-6077-D56DBC08D2D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43000" y="685800"/>
            <a:ext cx="6781800" cy="4191001"/>
          </a:xfrm>
        </p:spPr>
        <p:txBody>
          <a:bodyPr anchor="b"/>
          <a:lstStyle>
            <a:lvl1pPr>
              <a:lnSpc>
                <a:spcPct val="90000"/>
              </a:lnSpc>
              <a:buNone/>
              <a:defRPr sz="20000">
                <a:solidFill>
                  <a:schemeClr val="accent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39DFF5D4-4547-4361-B250-BFE60A41E1A4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02FC57-F63B-DF9D-9ACC-AC4696C0376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6251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1D15B53-A6D4-5307-3354-15A2A777AAD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43000" y="715425"/>
            <a:ext cx="9906000" cy="4217987"/>
          </a:xfrm>
        </p:spPr>
        <p:txBody>
          <a:bodyPr/>
          <a:lstStyle>
            <a:lvl1pPr>
              <a:lnSpc>
                <a:spcPct val="90000"/>
              </a:lnSpc>
              <a:buNone/>
              <a:defRPr sz="270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99B2AA-EA1F-4808-8C25-C8FD26324E26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D6B5B7-21A5-3BED-394A-5383E64E7DF5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53B1AF28-7C69-5D76-E7F7-FF9768CC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166360"/>
            <a:ext cx="8759952" cy="786384"/>
          </a:xfrm>
        </p:spPr>
        <p:txBody>
          <a:bodyPr/>
          <a:lstStyle>
            <a:lvl1pPr>
              <a:lnSpc>
                <a:spcPct val="110000"/>
              </a:lnSpc>
              <a:defRPr sz="2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2130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5257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1pPr>
            <a:lvl2pPr marL="2286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2pPr>
            <a:lvl3pPr marL="4572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4pPr>
            <a:lvl5pPr marL="9144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8C9FE2-6DE5-4BD7-B30C-85A8ECDF0918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E59E0B-DA31-573A-9F4C-606FE4AAB02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071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10439400" cy="5257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1pPr>
            <a:lvl2pPr marL="2286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2pPr>
            <a:lvl3pPr marL="4572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4pPr>
            <a:lvl5pPr marL="9144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0D39FB3-A85A-4123-936A-B01B34283303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01FFB5-9AC9-5608-D38C-31B179F100FD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9830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1"/>
            <a:ext cx="9906000" cy="525779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1pPr>
            <a:lvl2pPr marL="2286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2pPr>
            <a:lvl3pPr marL="4572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3pPr>
            <a:lvl4pPr marL="6858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4pPr>
            <a:lvl5pPr marL="9144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A70944E6-539A-4BC8-B250-092F2CE95E90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6CE4C6-A657-5805-17C1-DFBE412C51BD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6078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5257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B6F89-4209-4DBA-AE92-A89C4CA08C29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45B696-5A62-5895-72D9-DC0A3B3E2F8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986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5029200"/>
            <a:ext cx="9906000" cy="91440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1" i="0" spc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411480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9C85BD29-F703-441C-BA70-A68EA51BEFAB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33729E-38D5-A1E3-A590-6B649D520DE4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9653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4955722"/>
            <a:ext cx="9906000" cy="987878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2000" b="1" i="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3950208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5B9CFA-6593-4507-A356-FB73387E9819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B597FC-DDBE-CAE6-D19E-43EBC682234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822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5029200"/>
            <a:ext cx="6341532" cy="914399"/>
          </a:xfrm>
        </p:spPr>
        <p:txBody>
          <a:bodyPr anchor="b">
            <a:normAutofit/>
          </a:bodyPr>
          <a:lstStyle>
            <a:lvl1pPr algn="r">
              <a:lnSpc>
                <a:spcPct val="120000"/>
              </a:lnSpc>
              <a:defRPr sz="2000" b="1" i="0" spc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40739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6DF2A675-1020-4672-8497-CDB1190FE408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0B72BA-2488-6234-EBE9-5F35F28FB990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613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1828800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729555"/>
            <a:ext cx="9906000" cy="321404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2pPr>
            <a:lvl3pPr marL="4572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3pPr>
            <a:lvl4pPr marL="6858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4pPr>
            <a:lvl5pPr marL="9144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21EF61-A901-4AB4-9C45-C45E4D36F49E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7917D3-DF16-9257-206A-EC4725B68DB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920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278617"/>
            <a:ext cx="8430767" cy="1842020"/>
          </a:xfrm>
        </p:spPr>
        <p:txBody>
          <a:bodyPr anchor="b">
            <a:no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128" y="4335592"/>
            <a:ext cx="8430639" cy="160800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22860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45720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3pPr>
            <a:lvl4pPr marL="68580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4pPr>
            <a:lvl5pPr marL="91440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9C0E38-0B6C-4F02-AE7F-390E700470C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72AAFA-E5BE-EBA1-7C6C-D6C7CA13C4A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020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1036"/>
            <a:ext cx="9906000" cy="99986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2999" y="1825625"/>
            <a:ext cx="4544695" cy="411797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5" y="1825625"/>
            <a:ext cx="4544695" cy="411797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833FF731-0671-4E16-83B5-1527EB111BE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8B40A4-AD32-3681-054F-B1104A95BB7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6941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8579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1685735"/>
            <a:ext cx="45415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i="0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2387600"/>
            <a:ext cx="4541838" cy="35560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8116" y="1685735"/>
            <a:ext cx="45415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i="0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7162" y="2387600"/>
            <a:ext cx="4541838" cy="35560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522869C-8080-4F99-8FAC-1725E6C242DF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E3AABC-393D-6A10-85E1-3DA5FCF6F28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408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11240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8DF9FB6F-4F0B-43F9-AF69-3B0CAC3B888F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7143C1-3BF7-2821-826F-7956E68E4ED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2306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0E5B50F-7E5E-430D-954F-DEC2717D2CC8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2C6766-0277-BD60-47A7-70F9C799649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4711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740" y="685801"/>
            <a:ext cx="3595634" cy="180858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6740" y="2743200"/>
            <a:ext cx="3595634" cy="32004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7" y="685801"/>
            <a:ext cx="5943599" cy="525779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F5570C49-D89B-4A85-81F2-2955DCD49ED2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52DA44-7B78-2397-2B78-AD0FE8DE32E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97432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692" y="685801"/>
            <a:ext cx="3595634" cy="182316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6692" y="2743200"/>
            <a:ext cx="3595634" cy="320040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34000" y="685802"/>
            <a:ext cx="5701308" cy="5257798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E6CFD80B-F9FB-4989-A4EB-DBB19E6671F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420CDB-B7DC-0296-6DF4-02A4E776627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89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98501"/>
            <a:ext cx="9906000" cy="10185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1902460"/>
            <a:ext cx="9906001" cy="4041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00800"/>
            <a:ext cx="2155071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1" i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fld id="{8FD589F1-8A4C-4250-9180-4AE033388C26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" y="6400800"/>
            <a:ext cx="5943599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 b="1" i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000" y="6400800"/>
            <a:ext cx="990599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1" i="0">
                <a:solidFill>
                  <a:schemeClr val="accent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09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 spc="0" baseline="0">
          <a:solidFill>
            <a:schemeClr val="tx1"/>
          </a:solidFill>
          <a:latin typeface="+mj-lt"/>
          <a:ea typeface="+mj-ea"/>
          <a:cs typeface="Mongolian Baiti" panose="03000500000000000000" pitchFamily="66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25" pos="7584" userDrawn="1">
          <p15:clr>
            <a:srgbClr val="F26B43"/>
          </p15:clr>
        </p15:guide>
        <p15:guide id="26" pos="96" userDrawn="1">
          <p15:clr>
            <a:srgbClr val="F26B43"/>
          </p15:clr>
        </p15:guide>
        <p15:guide id="27" pos="720" userDrawn="1">
          <p15:clr>
            <a:srgbClr val="F26B43"/>
          </p15:clr>
        </p15:guide>
        <p15:guide id="28" pos="6960" userDrawn="1">
          <p15:clr>
            <a:srgbClr val="F26B43"/>
          </p15:clr>
        </p15:guide>
        <p15:guide id="29" orient="horz" pos="4032" userDrawn="1">
          <p15:clr>
            <a:srgbClr val="F26B43"/>
          </p15:clr>
        </p15:guide>
        <p15:guide id="30" orient="horz" pos="432" userDrawn="1">
          <p15:clr>
            <a:srgbClr val="F26B43"/>
          </p15:clr>
        </p15:guide>
        <p15:guide id="31" orient="horz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65E1A-1514-F55B-265E-0CF3FAA1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FE679A-328D-1676-1B32-9202AAAD4845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9F9E8C-EB73-CA5C-C26B-1E4EC93F765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8675" y="3609975"/>
            <a:ext cx="10534650" cy="2419350"/>
          </a:xfrm>
        </p:spPr>
        <p:txBody>
          <a:bodyPr>
            <a:normAutofit fontScale="85000" lnSpcReduction="10000"/>
          </a:bodyPr>
          <a:lstStyle/>
          <a:p>
            <a:pPr marL="0" indent="0" fontAlgn="b">
              <a:buNone/>
            </a:pPr>
            <a:r>
              <a:rPr lang="en-US" sz="8250" dirty="0">
                <a:solidFill>
                  <a:srgbClr val="000000"/>
                </a:solidFill>
                <a:latin typeface="Mongolian Baiti" panose="03000500000000000000" pitchFamily="66" charset="0"/>
              </a:rPr>
              <a:t>Orchestration (LangChain, LangGraph and LangSmith)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A4689-1709-6741-F695-E1249567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29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2A99F-5C1C-8F61-7D0F-2A25AD17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AC85EF-4215-ADF4-0CAA-00A8A102E3C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B8EBBF-4858-6E67-3899-92E5DDDE0C0C}"/>
              </a:ext>
            </a:extLst>
          </p:cNvPr>
          <p:cNvSpPr txBox="1"/>
          <p:nvPr/>
        </p:nvSpPr>
        <p:spPr>
          <a:xfrm>
            <a:off x="1143001" y="548639"/>
            <a:ext cx="9905999" cy="502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dirty="0">
                <a:solidFill>
                  <a:srgbClr val="000000"/>
                </a:solidFill>
                <a:latin typeface="Mongolian Baiti" panose="03000500000000000000" pitchFamily="66" charset="0"/>
              </a:rPr>
              <a:t>Empty Slide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65FCE1B-7E04-8501-9577-C43F36DE1714}"/>
              </a:ext>
            </a:extLst>
          </p:cNvPr>
          <p:cNvCxnSpPr/>
          <p:nvPr/>
        </p:nvCxnSpPr>
        <p:spPr>
          <a:xfrm>
            <a:off x="-445770" y="539115"/>
            <a:ext cx="4183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371373"/>
      </p:ext>
    </p:extLst>
  </p:cSld>
  <p:clrMapOvr>
    <a:masterClrMapping/>
  </p:clrMapOvr>
</p:sld>
</file>

<file path=ppt/theme/theme1.xml><?xml version="1.0" encoding="utf-8"?>
<a:theme xmlns:a="http://schemas.openxmlformats.org/drawingml/2006/main" name="Quick study">
  <a:themeElements>
    <a:clrScheme name="Custom 2">
      <a:dk1>
        <a:srgbClr val="000000"/>
      </a:dk1>
      <a:lt1>
        <a:srgbClr val="FFFFFF"/>
      </a:lt1>
      <a:dk2>
        <a:srgbClr val="6B6969"/>
      </a:dk2>
      <a:lt2>
        <a:srgbClr val="FFFEFA"/>
      </a:lt2>
      <a:accent1>
        <a:srgbClr val="DDA151"/>
      </a:accent1>
      <a:accent2>
        <a:srgbClr val="FFD33F"/>
      </a:accent2>
      <a:accent3>
        <a:srgbClr val="E0D9BE"/>
      </a:accent3>
      <a:accent4>
        <a:srgbClr val="0FAE60"/>
      </a:accent4>
      <a:accent5>
        <a:srgbClr val="2B8AD4"/>
      </a:accent5>
      <a:accent6>
        <a:srgbClr val="E1612E"/>
      </a:accent6>
      <a:hlink>
        <a:srgbClr val="467886"/>
      </a:hlink>
      <a:folHlink>
        <a:srgbClr val="96607D"/>
      </a:folHlink>
    </a:clrScheme>
    <a:fontScheme name="Quick study">
      <a:majorFont>
        <a:latin typeface="Mongolian Bait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ick Study_win32_SD_V4" id="{62319037-9F07-4567-B4F2-AF117ABC5CCB}" vid="{0BC39864-9F70-40C9-9CA9-1A6913D50B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4836</TotalTime>
  <Words>36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Avenir Next LT Pro</vt:lpstr>
      <vt:lpstr>Mongolian Baiti</vt:lpstr>
      <vt:lpstr>Quick study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Rajasekar DJ</dc:creator>
  <cp:lastModifiedBy>Rajasekar DJ</cp:lastModifiedBy>
  <cp:revision>19</cp:revision>
  <dcterms:created xsi:type="dcterms:W3CDTF">2026-03-26T12:13:18Z</dcterms:created>
  <dcterms:modified xsi:type="dcterms:W3CDTF">2026-04-07T09:28:52Z</dcterms:modified>
</cp:coreProperties>
</file>